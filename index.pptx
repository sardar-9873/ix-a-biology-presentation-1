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60"/>
  </p:normalViewPr>
  <p:slideViewPr>
    <p:cSldViewPr snapToGrid="0">
      <p:cViewPr varScale="1">
        <p:scale>
          <a:sx n="85" d="100"/>
          <a:sy n="85" d="100"/>
        </p:scale>
        <p:origin x="42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Shehzad" userId="bfd9d5219f1f2561" providerId="LiveId" clId="{8B332B6E-F8FE-40E8-B545-E0BA259A5827}"/>
    <pc:docChg chg="modSld">
      <pc:chgData name="Muhammad Shehzad" userId="bfd9d5219f1f2561" providerId="LiveId" clId="{8B332B6E-F8FE-40E8-B545-E0BA259A5827}" dt="2026-08-31T16:44:12.297" v="42" actId="1076"/>
      <pc:docMkLst>
        <pc:docMk/>
      </pc:docMkLst>
      <pc:sldChg chg="addSp modSp mod">
        <pc:chgData name="Muhammad Shehzad" userId="bfd9d5219f1f2561" providerId="LiveId" clId="{8B332B6E-F8FE-40E8-B545-E0BA259A5827}" dt="2026-08-31T16:44:12.297" v="42" actId="1076"/>
        <pc:sldMkLst>
          <pc:docMk/>
          <pc:sldMk cId="3787414942" sldId="258"/>
        </pc:sldMkLst>
        <pc:spChg chg="add mod">
          <ac:chgData name="Muhammad Shehzad" userId="bfd9d5219f1f2561" providerId="LiveId" clId="{8B332B6E-F8FE-40E8-B545-E0BA259A5827}" dt="2026-08-31T16:43:57.137" v="41" actId="1076"/>
          <ac:spMkLst>
            <pc:docMk/>
            <pc:sldMk cId="3787414942" sldId="258"/>
            <ac:spMk id="5" creationId="{808C7CB0-42C6-4BA8-850F-16DFE381B073}"/>
          </ac:spMkLst>
        </pc:spChg>
        <pc:spChg chg="mod">
          <ac:chgData name="Muhammad Shehzad" userId="bfd9d5219f1f2561" providerId="LiveId" clId="{8B332B6E-F8FE-40E8-B545-E0BA259A5827}" dt="2026-08-31T16:44:12.297" v="42" actId="1076"/>
          <ac:spMkLst>
            <pc:docMk/>
            <pc:sldMk cId="3787414942" sldId="258"/>
            <ac:spMk id="7" creationId="{25F3C39E-565E-4D71-886C-97C93D0CF00A}"/>
          </ac:spMkLst>
        </pc:spChg>
        <pc:spChg chg="mod">
          <ac:chgData name="Muhammad Shehzad" userId="bfd9d5219f1f2561" providerId="LiveId" clId="{8B332B6E-F8FE-40E8-B545-E0BA259A5827}" dt="2026-08-31T16:43:17.645" v="37" actId="1076"/>
          <ac:spMkLst>
            <pc:docMk/>
            <pc:sldMk cId="3787414942" sldId="258"/>
            <ac:spMk id="8" creationId="{84CF08AF-1849-473B-8582-07AF786417C6}"/>
          </ac:spMkLst>
        </pc:spChg>
      </pc:sldChg>
    </pc:docChg>
  </pc:docChgLst>
  <pc:docChgLst>
    <pc:chgData name="Muhammad Shehzad" userId="bfd9d5219f1f2561" providerId="LiveId" clId="{FA069845-5433-4505-A336-9CEEC015FE4E}"/>
    <pc:docChg chg="addSld modSld">
      <pc:chgData name="Muhammad Shehzad" userId="bfd9d5219f1f2561" providerId="LiveId" clId="{FA069845-5433-4505-A336-9CEEC015FE4E}" dt="2026-08-29T17:53:24.832" v="551" actId="1076"/>
      <pc:docMkLst>
        <pc:docMk/>
      </pc:docMkLst>
      <pc:sldChg chg="modSp mod modAnim">
        <pc:chgData name="Muhammad Shehzad" userId="bfd9d5219f1f2561" providerId="LiveId" clId="{FA069845-5433-4505-A336-9CEEC015FE4E}" dt="2026-08-29T17:53:24.832" v="551" actId="1076"/>
        <pc:sldMkLst>
          <pc:docMk/>
          <pc:sldMk cId="2750195378" sldId="257"/>
        </pc:sldMkLst>
        <pc:spChg chg="mod">
          <ac:chgData name="Muhammad Shehzad" userId="bfd9d5219f1f2561" providerId="LiveId" clId="{FA069845-5433-4505-A336-9CEEC015FE4E}" dt="2026-08-29T17:44:33.660" v="483" actId="20577"/>
          <ac:spMkLst>
            <pc:docMk/>
            <pc:sldMk cId="2750195378" sldId="257"/>
            <ac:spMk id="6" creationId="{AABBB0FB-C945-40CE-BFE3-9D14A538E70B}"/>
          </ac:spMkLst>
        </pc:spChg>
        <pc:spChg chg="mod">
          <ac:chgData name="Muhammad Shehzad" userId="bfd9d5219f1f2561" providerId="LiveId" clId="{FA069845-5433-4505-A336-9CEEC015FE4E}" dt="2026-08-29T17:53:24.832" v="551" actId="1076"/>
          <ac:spMkLst>
            <pc:docMk/>
            <pc:sldMk cId="2750195378" sldId="257"/>
            <ac:spMk id="8" creationId="{79E636CC-2264-4DD9-9CD5-B96BE60E2945}"/>
          </ac:spMkLst>
        </pc:spChg>
      </pc:sldChg>
      <pc:sldChg chg="modSp mod">
        <pc:chgData name="Muhammad Shehzad" userId="bfd9d5219f1f2561" providerId="LiveId" clId="{FA069845-5433-4505-A336-9CEEC015FE4E}" dt="2026-08-29T17:07:20.161" v="261" actId="1076"/>
        <pc:sldMkLst>
          <pc:docMk/>
          <pc:sldMk cId="319987976" sldId="264"/>
        </pc:sldMkLst>
        <pc:picChg chg="mod">
          <ac:chgData name="Muhammad Shehzad" userId="bfd9d5219f1f2561" providerId="LiveId" clId="{FA069845-5433-4505-A336-9CEEC015FE4E}" dt="2026-08-29T17:07:20.161" v="261" actId="1076"/>
          <ac:picMkLst>
            <pc:docMk/>
            <pc:sldMk cId="319987976" sldId="264"/>
            <ac:picMk id="4" creationId="{032DF3EC-F503-44E5-A477-3B76F53F206B}"/>
          </ac:picMkLst>
        </pc:picChg>
      </pc:sldChg>
      <pc:sldChg chg="modSp mod modTransition modAnim">
        <pc:chgData name="Muhammad Shehzad" userId="bfd9d5219f1f2561" providerId="LiveId" clId="{FA069845-5433-4505-A336-9CEEC015FE4E}" dt="2026-08-29T16:50:07.422" v="95" actId="1076"/>
        <pc:sldMkLst>
          <pc:docMk/>
          <pc:sldMk cId="1288489915" sldId="265"/>
        </pc:sldMkLst>
        <pc:spChg chg="mod">
          <ac:chgData name="Muhammad Shehzad" userId="bfd9d5219f1f2561" providerId="LiveId" clId="{FA069845-5433-4505-A336-9CEEC015FE4E}" dt="2026-08-29T16:50:07.422" v="95" actId="1076"/>
          <ac:spMkLst>
            <pc:docMk/>
            <pc:sldMk cId="1288489915" sldId="265"/>
            <ac:spMk id="2" creationId="{E98C4CE3-3DAA-4E1B-9B13-D47178A9DF2A}"/>
          </ac:spMkLst>
        </pc:spChg>
        <pc:spChg chg="mod">
          <ac:chgData name="Muhammad Shehzad" userId="bfd9d5219f1f2561" providerId="LiveId" clId="{FA069845-5433-4505-A336-9CEEC015FE4E}" dt="2026-08-29T16:50:02.585" v="94" actId="1076"/>
          <ac:spMkLst>
            <pc:docMk/>
            <pc:sldMk cId="1288489915" sldId="265"/>
            <ac:spMk id="5" creationId="{C214FB71-878A-4831-A397-B307D3B8FA8B}"/>
          </ac:spMkLst>
        </pc:spChg>
        <pc:spChg chg="mod">
          <ac:chgData name="Muhammad Shehzad" userId="bfd9d5219f1f2561" providerId="LiveId" clId="{FA069845-5433-4505-A336-9CEEC015FE4E}" dt="2026-08-29T16:49:56.741" v="93" actId="1076"/>
          <ac:spMkLst>
            <pc:docMk/>
            <pc:sldMk cId="1288489915" sldId="265"/>
            <ac:spMk id="6" creationId="{F3A92F14-E741-49A0-9AA4-1953A0917334}"/>
          </ac:spMkLst>
        </pc:spChg>
        <pc:spChg chg="mod">
          <ac:chgData name="Muhammad Shehzad" userId="bfd9d5219f1f2561" providerId="LiveId" clId="{FA069845-5433-4505-A336-9CEEC015FE4E}" dt="2026-08-29T16:49:49.872" v="92" actId="1076"/>
          <ac:spMkLst>
            <pc:docMk/>
            <pc:sldMk cId="1288489915" sldId="265"/>
            <ac:spMk id="7" creationId="{00A351E0-F65E-4150-BDF9-0D7737C8CF06}"/>
          </ac:spMkLst>
        </pc:spChg>
      </pc:sldChg>
      <pc:sldChg chg="addSp modSp mod modTransition modAnim">
        <pc:chgData name="Muhammad Shehzad" userId="bfd9d5219f1f2561" providerId="LiveId" clId="{FA069845-5433-4505-A336-9CEEC015FE4E}" dt="2026-08-29T17:12:20.453" v="279"/>
        <pc:sldMkLst>
          <pc:docMk/>
          <pc:sldMk cId="1430220948" sldId="266"/>
        </pc:sldMkLst>
        <pc:spChg chg="mod">
          <ac:chgData name="Muhammad Shehzad" userId="bfd9d5219f1f2561" providerId="LiveId" clId="{FA069845-5433-4505-A336-9CEEC015FE4E}" dt="2026-08-29T16:49:36.393" v="91" actId="1076"/>
          <ac:spMkLst>
            <pc:docMk/>
            <pc:sldMk cId="1430220948" sldId="266"/>
            <ac:spMk id="2" creationId="{CEA0ECCC-D739-48C3-AFC5-9B91A5D3FC04}"/>
          </ac:spMkLst>
        </pc:spChg>
        <pc:spChg chg="mod">
          <ac:chgData name="Muhammad Shehzad" userId="bfd9d5219f1f2561" providerId="LiveId" clId="{FA069845-5433-4505-A336-9CEEC015FE4E}" dt="2026-08-29T16:49:29.762" v="90" actId="1076"/>
          <ac:spMkLst>
            <pc:docMk/>
            <pc:sldMk cId="1430220948" sldId="266"/>
            <ac:spMk id="3" creationId="{18A9F104-FB38-4BC5-8A42-C2357E84968C}"/>
          </ac:spMkLst>
        </pc:spChg>
        <pc:spChg chg="add mod">
          <ac:chgData name="Muhammad Shehzad" userId="bfd9d5219f1f2561" providerId="LiveId" clId="{FA069845-5433-4505-A336-9CEEC015FE4E}" dt="2026-08-29T16:49:23.002" v="89" actId="1076"/>
          <ac:spMkLst>
            <pc:docMk/>
            <pc:sldMk cId="1430220948" sldId="266"/>
            <ac:spMk id="4" creationId="{EB30611D-5446-4F38-8833-FC4A7A48E205}"/>
          </ac:spMkLst>
        </pc:spChg>
        <pc:spChg chg="add mod">
          <ac:chgData name="Muhammad Shehzad" userId="bfd9d5219f1f2561" providerId="LiveId" clId="{FA069845-5433-4505-A336-9CEEC015FE4E}" dt="2026-08-29T16:49:19.067" v="88" actId="1076"/>
          <ac:spMkLst>
            <pc:docMk/>
            <pc:sldMk cId="1430220948" sldId="266"/>
            <ac:spMk id="5" creationId="{3BA6CCB4-2D77-45F9-98D7-4BB397574963}"/>
          </ac:spMkLst>
        </pc:spChg>
      </pc:sldChg>
      <pc:sldChg chg="addSp modSp new mod modTransition modAnim">
        <pc:chgData name="Muhammad Shehzad" userId="bfd9d5219f1f2561" providerId="LiveId" clId="{FA069845-5433-4505-A336-9CEEC015FE4E}" dt="2026-08-29T17:13:02.073" v="285"/>
        <pc:sldMkLst>
          <pc:docMk/>
          <pc:sldMk cId="1147937771" sldId="267"/>
        </pc:sldMkLst>
        <pc:spChg chg="add mod">
          <ac:chgData name="Muhammad Shehzad" userId="bfd9d5219f1f2561" providerId="LiveId" clId="{FA069845-5433-4505-A336-9CEEC015FE4E}" dt="2026-08-29T16:48:49.658" v="85" actId="1076"/>
          <ac:spMkLst>
            <pc:docMk/>
            <pc:sldMk cId="1147937771" sldId="267"/>
            <ac:spMk id="2" creationId="{EDF4D904-5EF2-45E2-A768-86F462283E4B}"/>
          </ac:spMkLst>
        </pc:spChg>
        <pc:spChg chg="add mod">
          <ac:chgData name="Muhammad Shehzad" userId="bfd9d5219f1f2561" providerId="LiveId" clId="{FA069845-5433-4505-A336-9CEEC015FE4E}" dt="2026-08-29T17:05:10.582" v="247" actId="20577"/>
          <ac:spMkLst>
            <pc:docMk/>
            <pc:sldMk cId="1147937771" sldId="267"/>
            <ac:spMk id="6" creationId="{D5133B0B-E993-4A6B-9614-03B9F10DFEA7}"/>
          </ac:spMkLst>
        </pc:spChg>
        <pc:graphicFrameChg chg="add mod modGraphic">
          <ac:chgData name="Muhammad Shehzad" userId="bfd9d5219f1f2561" providerId="LiveId" clId="{FA069845-5433-4505-A336-9CEEC015FE4E}" dt="2026-08-29T16:54:02.915" v="158" actId="1076"/>
          <ac:graphicFrameMkLst>
            <pc:docMk/>
            <pc:sldMk cId="1147937771" sldId="267"/>
            <ac:graphicFrameMk id="3" creationId="{733ADCB4-5E5D-482D-B24C-07E8CFCA89BA}"/>
          </ac:graphicFrameMkLst>
        </pc:graphicFrameChg>
        <pc:picChg chg="add mod">
          <ac:chgData name="Muhammad Shehzad" userId="bfd9d5219f1f2561" providerId="LiveId" clId="{FA069845-5433-4505-A336-9CEEC015FE4E}" dt="2026-08-29T17:07:00.634" v="258" actId="14861"/>
          <ac:picMkLst>
            <pc:docMk/>
            <pc:sldMk cId="1147937771" sldId="267"/>
            <ac:picMk id="5" creationId="{B417F46E-DE6D-49D0-9F79-D1338819D193}"/>
          </ac:picMkLst>
        </pc:picChg>
        <pc:picChg chg="add mod">
          <ac:chgData name="Muhammad Shehzad" userId="bfd9d5219f1f2561" providerId="LiveId" clId="{FA069845-5433-4505-A336-9CEEC015FE4E}" dt="2026-08-29T17:06:50.232" v="256" actId="14861"/>
          <ac:picMkLst>
            <pc:docMk/>
            <pc:sldMk cId="1147937771" sldId="267"/>
            <ac:picMk id="8" creationId="{71378BC6-9512-4E29-ADDF-742958AD2C73}"/>
          </ac:picMkLst>
        </pc:picChg>
      </pc:sldChg>
      <pc:sldChg chg="addSp modSp new mod modTransition modAnim">
        <pc:chgData name="Muhammad Shehzad" userId="bfd9d5219f1f2561" providerId="LiveId" clId="{FA069845-5433-4505-A336-9CEEC015FE4E}" dt="2026-08-29T17:45:52.642" v="489" actId="1076"/>
        <pc:sldMkLst>
          <pc:docMk/>
          <pc:sldMk cId="1930366537" sldId="268"/>
        </pc:sldMkLst>
        <pc:spChg chg="add mod">
          <ac:chgData name="Muhammad Shehzad" userId="bfd9d5219f1f2561" providerId="LiveId" clId="{FA069845-5433-4505-A336-9CEEC015FE4E}" dt="2026-08-29T17:45:10.879" v="484" actId="1076"/>
          <ac:spMkLst>
            <pc:docMk/>
            <pc:sldMk cId="1930366537" sldId="268"/>
            <ac:spMk id="2" creationId="{C8C0EF5B-5352-4E33-92CE-EAC1148D5009}"/>
          </ac:spMkLst>
        </pc:spChg>
        <pc:spChg chg="add mod">
          <ac:chgData name="Muhammad Shehzad" userId="bfd9d5219f1f2561" providerId="LiveId" clId="{FA069845-5433-4505-A336-9CEEC015FE4E}" dt="2026-08-29T17:45:18.155" v="485" actId="1076"/>
          <ac:spMkLst>
            <pc:docMk/>
            <pc:sldMk cId="1930366537" sldId="268"/>
            <ac:spMk id="3" creationId="{AEFF9D64-79F5-4A43-9FF3-6CA8503B3EA4}"/>
          </ac:spMkLst>
        </pc:spChg>
        <pc:spChg chg="add mod">
          <ac:chgData name="Muhammad Shehzad" userId="bfd9d5219f1f2561" providerId="LiveId" clId="{FA069845-5433-4505-A336-9CEEC015FE4E}" dt="2026-08-29T17:45:23.661" v="486" actId="1076"/>
          <ac:spMkLst>
            <pc:docMk/>
            <pc:sldMk cId="1930366537" sldId="268"/>
            <ac:spMk id="5" creationId="{E626E680-89E0-4393-BD7C-EA1375157607}"/>
          </ac:spMkLst>
        </pc:spChg>
        <pc:graphicFrameChg chg="add mod modGraphic">
          <ac:chgData name="Muhammad Shehzad" userId="bfd9d5219f1f2561" providerId="LiveId" clId="{FA069845-5433-4505-A336-9CEEC015FE4E}" dt="2026-08-29T17:45:52.642" v="489" actId="1076"/>
          <ac:graphicFrameMkLst>
            <pc:docMk/>
            <pc:sldMk cId="1930366537" sldId="268"/>
            <ac:graphicFrameMk id="4" creationId="{A9BC7DFB-2689-49A3-8F77-C0F9A9361057}"/>
          </ac:graphicFrameMkLst>
        </pc:graphicFrameChg>
      </pc:sldChg>
      <pc:sldChg chg="addSp modSp new mod modTransition modAnim">
        <pc:chgData name="Muhammad Shehzad" userId="bfd9d5219f1f2561" providerId="LiveId" clId="{FA069845-5433-4505-A336-9CEEC015FE4E}" dt="2026-08-29T17:49:43.708" v="550"/>
        <pc:sldMkLst>
          <pc:docMk/>
          <pc:sldMk cId="2529896160" sldId="269"/>
        </pc:sldMkLst>
        <pc:spChg chg="add mod">
          <ac:chgData name="Muhammad Shehzad" userId="bfd9d5219f1f2561" providerId="LiveId" clId="{FA069845-5433-4505-A336-9CEEC015FE4E}" dt="2026-08-29T17:47:49.075" v="512" actId="1076"/>
          <ac:spMkLst>
            <pc:docMk/>
            <pc:sldMk cId="2529896160" sldId="269"/>
            <ac:spMk id="2" creationId="{F5B9AE04-3424-4DF7-8BE4-E18E2D2E07F2}"/>
          </ac:spMkLst>
        </pc:spChg>
        <pc:spChg chg="add mod">
          <ac:chgData name="Muhammad Shehzad" userId="bfd9d5219f1f2561" providerId="LiveId" clId="{FA069845-5433-4505-A336-9CEEC015FE4E}" dt="2026-08-29T17:48:31.122" v="541" actId="3062"/>
          <ac:spMkLst>
            <pc:docMk/>
            <pc:sldMk cId="2529896160" sldId="269"/>
            <ac:spMk id="3" creationId="{2F3D6746-4FA8-4314-9897-20A8C19045D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A0086-0CD5-4F49-834E-2D5D0784A66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F22C-C7B4-40A5-82FD-4225BF2CC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744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A0086-0CD5-4F49-834E-2D5D0784A66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F22C-C7B4-40A5-82FD-4225BF2CC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649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A0086-0CD5-4F49-834E-2D5D0784A66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F22C-C7B4-40A5-82FD-4225BF2CC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259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A0086-0CD5-4F49-834E-2D5D0784A66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F22C-C7B4-40A5-82FD-4225BF2CC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357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A0086-0CD5-4F49-834E-2D5D0784A66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F22C-C7B4-40A5-82FD-4225BF2CC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340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A0086-0CD5-4F49-834E-2D5D0784A66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F22C-C7B4-40A5-82FD-4225BF2CC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65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A0086-0CD5-4F49-834E-2D5D0784A66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F22C-C7B4-40A5-82FD-4225BF2CC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163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A0086-0CD5-4F49-834E-2D5D0784A66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F22C-C7B4-40A5-82FD-4225BF2CC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05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A0086-0CD5-4F49-834E-2D5D0784A66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F22C-C7B4-40A5-82FD-4225BF2CC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495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A0086-0CD5-4F49-834E-2D5D0784A66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F22C-C7B4-40A5-82FD-4225BF2CC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489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A0086-0CD5-4F49-834E-2D5D0784A66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F22C-C7B4-40A5-82FD-4225BF2CCA3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6673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A0086-0CD5-4F49-834E-2D5D0784A66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F22C-C7B4-40A5-82FD-4225BF2CC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8856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A0086-0CD5-4F49-834E-2D5D0784A66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F22C-C7B4-40A5-82FD-4225BF2CCA3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649497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A0086-0CD5-4F49-834E-2D5D0784A66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F22C-C7B4-40A5-82FD-4225BF2CC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1702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A0086-0CD5-4F49-834E-2D5D0784A66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F22C-C7B4-40A5-82FD-4225BF2CC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2396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A0086-0CD5-4F49-834E-2D5D0784A66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9F22C-C7B4-40A5-82FD-4225BF2CC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658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BA0086-0CD5-4F49-834E-2D5D0784A66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C59F22C-C7B4-40A5-82FD-4225BF2CC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312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EE00DCD-12EA-4642-A92F-DFDEE983DCEB}"/>
              </a:ext>
            </a:extLst>
          </p:cNvPr>
          <p:cNvSpPr txBox="1"/>
          <p:nvPr/>
        </p:nvSpPr>
        <p:spPr>
          <a:xfrm>
            <a:off x="575605" y="1656600"/>
            <a:ext cx="8264026" cy="196230"/>
          </a:xfrm>
          <a:custGeom>
            <a:avLst/>
            <a:gdLst/>
            <a:ahLst/>
            <a:cxnLst/>
            <a:rect l="l" t="t" r="r" b="b"/>
            <a:pathLst>
              <a:path w="8264026" h="196230">
                <a:moveTo>
                  <a:pt x="8095515" y="148233"/>
                </a:moveTo>
                <a:cubicBezTo>
                  <a:pt x="8093134" y="150093"/>
                  <a:pt x="8091181" y="151860"/>
                  <a:pt x="8089655" y="153535"/>
                </a:cubicBezTo>
                <a:cubicBezTo>
                  <a:pt x="8088130" y="155209"/>
                  <a:pt x="8086921" y="156809"/>
                  <a:pt x="8086028" y="158334"/>
                </a:cubicBezTo>
                <a:cubicBezTo>
                  <a:pt x="8085135" y="159860"/>
                  <a:pt x="8084521" y="161367"/>
                  <a:pt x="8084186" y="162855"/>
                </a:cubicBezTo>
                <a:cubicBezTo>
                  <a:pt x="8083851" y="164343"/>
                  <a:pt x="8083684" y="165869"/>
                  <a:pt x="8083684" y="167431"/>
                </a:cubicBezTo>
                <a:cubicBezTo>
                  <a:pt x="8083684" y="172268"/>
                  <a:pt x="8086139" y="175933"/>
                  <a:pt x="8091050" y="178426"/>
                </a:cubicBezTo>
                <a:cubicBezTo>
                  <a:pt x="8095962" y="180919"/>
                  <a:pt x="8102808" y="182165"/>
                  <a:pt x="8111589" y="182165"/>
                </a:cubicBezTo>
                <a:cubicBezTo>
                  <a:pt x="8117170" y="182165"/>
                  <a:pt x="8121839" y="181626"/>
                  <a:pt x="8125597" y="180547"/>
                </a:cubicBezTo>
                <a:cubicBezTo>
                  <a:pt x="8129355" y="179468"/>
                  <a:pt x="8132388" y="178036"/>
                  <a:pt x="8134694" y="176250"/>
                </a:cubicBezTo>
                <a:cubicBezTo>
                  <a:pt x="8137001" y="174464"/>
                  <a:pt x="8138657" y="172417"/>
                  <a:pt x="8139662" y="170110"/>
                </a:cubicBezTo>
                <a:cubicBezTo>
                  <a:pt x="8140666" y="167804"/>
                  <a:pt x="8141168" y="165385"/>
                  <a:pt x="8141168" y="162855"/>
                </a:cubicBezTo>
                <a:cubicBezTo>
                  <a:pt x="8141168" y="158539"/>
                  <a:pt x="8139401" y="155209"/>
                  <a:pt x="8135866" y="152865"/>
                </a:cubicBezTo>
                <a:cubicBezTo>
                  <a:pt x="8132332" y="150521"/>
                  <a:pt x="8127551" y="149274"/>
                  <a:pt x="8121523" y="149126"/>
                </a:cubicBezTo>
                <a:close/>
                <a:moveTo>
                  <a:pt x="221121" y="91529"/>
                </a:moveTo>
                <a:lnTo>
                  <a:pt x="267779" y="91529"/>
                </a:lnTo>
                <a:cubicBezTo>
                  <a:pt x="268374" y="91529"/>
                  <a:pt x="268914" y="91641"/>
                  <a:pt x="269397" y="91864"/>
                </a:cubicBezTo>
                <a:cubicBezTo>
                  <a:pt x="269881" y="92087"/>
                  <a:pt x="270290" y="92515"/>
                  <a:pt x="270625" y="93148"/>
                </a:cubicBezTo>
                <a:cubicBezTo>
                  <a:pt x="270960" y="93780"/>
                  <a:pt x="271221" y="94580"/>
                  <a:pt x="271407" y="95548"/>
                </a:cubicBezTo>
                <a:cubicBezTo>
                  <a:pt x="271593" y="96515"/>
                  <a:pt x="271686" y="97706"/>
                  <a:pt x="271686" y="99119"/>
                </a:cubicBezTo>
                <a:cubicBezTo>
                  <a:pt x="271686" y="102022"/>
                  <a:pt x="271351" y="104031"/>
                  <a:pt x="270681" y="105147"/>
                </a:cubicBezTo>
                <a:cubicBezTo>
                  <a:pt x="270011" y="106263"/>
                  <a:pt x="269044" y="106821"/>
                  <a:pt x="267779" y="106821"/>
                </a:cubicBezTo>
                <a:lnTo>
                  <a:pt x="221121" y="106821"/>
                </a:lnTo>
                <a:cubicBezTo>
                  <a:pt x="219782" y="106821"/>
                  <a:pt x="218777" y="106245"/>
                  <a:pt x="218108" y="105091"/>
                </a:cubicBezTo>
                <a:cubicBezTo>
                  <a:pt x="217438" y="103938"/>
                  <a:pt x="217103" y="101947"/>
                  <a:pt x="217103" y="99119"/>
                </a:cubicBezTo>
                <a:cubicBezTo>
                  <a:pt x="217103" y="96292"/>
                  <a:pt x="217438" y="94320"/>
                  <a:pt x="218108" y="93203"/>
                </a:cubicBezTo>
                <a:cubicBezTo>
                  <a:pt x="218777" y="92087"/>
                  <a:pt x="219782" y="91529"/>
                  <a:pt x="221121" y="91529"/>
                </a:cubicBezTo>
                <a:close/>
                <a:moveTo>
                  <a:pt x="7612196" y="88739"/>
                </a:moveTo>
                <a:lnTo>
                  <a:pt x="7612196" y="139638"/>
                </a:lnTo>
                <a:lnTo>
                  <a:pt x="7640046" y="139638"/>
                </a:lnTo>
                <a:cubicBezTo>
                  <a:pt x="7644428" y="139638"/>
                  <a:pt x="7648253" y="139117"/>
                  <a:pt x="7651520" y="138075"/>
                </a:cubicBezTo>
                <a:cubicBezTo>
                  <a:pt x="7654787" y="137033"/>
                  <a:pt x="7657665" y="135489"/>
                  <a:pt x="7660153" y="133443"/>
                </a:cubicBezTo>
                <a:cubicBezTo>
                  <a:pt x="7662641" y="131396"/>
                  <a:pt x="7664591" y="128848"/>
                  <a:pt x="7666002" y="125797"/>
                </a:cubicBezTo>
                <a:cubicBezTo>
                  <a:pt x="7667413" y="122746"/>
                  <a:pt x="7668118" y="119211"/>
                  <a:pt x="7668118" y="115193"/>
                </a:cubicBezTo>
                <a:cubicBezTo>
                  <a:pt x="7668118" y="110877"/>
                  <a:pt x="7667432" y="107082"/>
                  <a:pt x="7666058" y="103807"/>
                </a:cubicBezTo>
                <a:cubicBezTo>
                  <a:pt x="7664684" y="100533"/>
                  <a:pt x="7662679" y="97780"/>
                  <a:pt x="7660042" y="95548"/>
                </a:cubicBezTo>
                <a:cubicBezTo>
                  <a:pt x="7657406" y="93315"/>
                  <a:pt x="7654101" y="91622"/>
                  <a:pt x="7650127" y="90469"/>
                </a:cubicBezTo>
                <a:cubicBezTo>
                  <a:pt x="7646154" y="89315"/>
                  <a:pt x="7641160" y="88739"/>
                  <a:pt x="7635145" y="88739"/>
                </a:cubicBezTo>
                <a:close/>
                <a:moveTo>
                  <a:pt x="7996416" y="62619"/>
                </a:moveTo>
                <a:cubicBezTo>
                  <a:pt x="7990935" y="62619"/>
                  <a:pt x="7986223" y="63587"/>
                  <a:pt x="7982281" y="65521"/>
                </a:cubicBezTo>
                <a:cubicBezTo>
                  <a:pt x="7978339" y="67456"/>
                  <a:pt x="7975092" y="70191"/>
                  <a:pt x="7972539" y="73726"/>
                </a:cubicBezTo>
                <a:cubicBezTo>
                  <a:pt x="7969986" y="77260"/>
                  <a:pt x="7968090" y="81446"/>
                  <a:pt x="7966851" y="86283"/>
                </a:cubicBezTo>
                <a:cubicBezTo>
                  <a:pt x="7965613" y="91120"/>
                  <a:pt x="7964993" y="96403"/>
                  <a:pt x="7964993" y="102133"/>
                </a:cubicBezTo>
                <a:cubicBezTo>
                  <a:pt x="7964993" y="107640"/>
                  <a:pt x="7965500" y="112812"/>
                  <a:pt x="7966514" y="117648"/>
                </a:cubicBezTo>
                <a:cubicBezTo>
                  <a:pt x="7967528" y="122485"/>
                  <a:pt x="7969217" y="126708"/>
                  <a:pt x="7971582" y="130317"/>
                </a:cubicBezTo>
                <a:cubicBezTo>
                  <a:pt x="7973947" y="133927"/>
                  <a:pt x="7977119" y="136791"/>
                  <a:pt x="7981099" y="138912"/>
                </a:cubicBezTo>
                <a:cubicBezTo>
                  <a:pt x="7985078" y="141033"/>
                  <a:pt x="7990034" y="142094"/>
                  <a:pt x="7995966" y="142094"/>
                </a:cubicBezTo>
                <a:cubicBezTo>
                  <a:pt x="8001373" y="142094"/>
                  <a:pt x="8006066" y="141126"/>
                  <a:pt x="8010045" y="139191"/>
                </a:cubicBezTo>
                <a:cubicBezTo>
                  <a:pt x="8014025" y="137257"/>
                  <a:pt x="8017291" y="134540"/>
                  <a:pt x="8019844" y="131043"/>
                </a:cubicBezTo>
                <a:cubicBezTo>
                  <a:pt x="8022396" y="127546"/>
                  <a:pt x="8024274" y="123378"/>
                  <a:pt x="8025475" y="118541"/>
                </a:cubicBezTo>
                <a:cubicBezTo>
                  <a:pt x="8026677" y="113705"/>
                  <a:pt x="8027278" y="108384"/>
                  <a:pt x="8027278" y="102580"/>
                </a:cubicBezTo>
                <a:cubicBezTo>
                  <a:pt x="8027278" y="97147"/>
                  <a:pt x="8026771" y="92013"/>
                  <a:pt x="8025757" y="87176"/>
                </a:cubicBezTo>
                <a:cubicBezTo>
                  <a:pt x="8024743" y="82339"/>
                  <a:pt x="8023072" y="78097"/>
                  <a:pt x="8020744" y="74451"/>
                </a:cubicBezTo>
                <a:cubicBezTo>
                  <a:pt x="8018417" y="70805"/>
                  <a:pt x="8015263" y="67921"/>
                  <a:pt x="8011284" y="65800"/>
                </a:cubicBezTo>
                <a:cubicBezTo>
                  <a:pt x="8007304" y="63680"/>
                  <a:pt x="8002348" y="62619"/>
                  <a:pt x="7996416" y="62619"/>
                </a:cubicBezTo>
                <a:close/>
                <a:moveTo>
                  <a:pt x="7815441" y="62619"/>
                </a:moveTo>
                <a:cubicBezTo>
                  <a:pt x="7809960" y="62619"/>
                  <a:pt x="7805248" y="63587"/>
                  <a:pt x="7801307" y="65521"/>
                </a:cubicBezTo>
                <a:cubicBezTo>
                  <a:pt x="7797364" y="67456"/>
                  <a:pt x="7794117" y="70191"/>
                  <a:pt x="7791564" y="73726"/>
                </a:cubicBezTo>
                <a:cubicBezTo>
                  <a:pt x="7789011" y="77260"/>
                  <a:pt x="7787116" y="81446"/>
                  <a:pt x="7785877" y="86283"/>
                </a:cubicBezTo>
                <a:cubicBezTo>
                  <a:pt x="7784638" y="91120"/>
                  <a:pt x="7784018" y="96403"/>
                  <a:pt x="7784018" y="102133"/>
                </a:cubicBezTo>
                <a:cubicBezTo>
                  <a:pt x="7784018" y="107640"/>
                  <a:pt x="7784525" y="112812"/>
                  <a:pt x="7785539" y="117648"/>
                </a:cubicBezTo>
                <a:cubicBezTo>
                  <a:pt x="7786553" y="122485"/>
                  <a:pt x="7788243" y="126708"/>
                  <a:pt x="7790607" y="130317"/>
                </a:cubicBezTo>
                <a:cubicBezTo>
                  <a:pt x="7792972" y="133927"/>
                  <a:pt x="7796145" y="136791"/>
                  <a:pt x="7800124" y="138912"/>
                </a:cubicBezTo>
                <a:cubicBezTo>
                  <a:pt x="7804103" y="141033"/>
                  <a:pt x="7809059" y="142094"/>
                  <a:pt x="7814991" y="142094"/>
                </a:cubicBezTo>
                <a:cubicBezTo>
                  <a:pt x="7820398" y="142094"/>
                  <a:pt x="7825091" y="141126"/>
                  <a:pt x="7829070" y="139191"/>
                </a:cubicBezTo>
                <a:cubicBezTo>
                  <a:pt x="7833050" y="137257"/>
                  <a:pt x="7836316" y="134540"/>
                  <a:pt x="7838869" y="131043"/>
                </a:cubicBezTo>
                <a:cubicBezTo>
                  <a:pt x="7841421" y="127546"/>
                  <a:pt x="7843299" y="123378"/>
                  <a:pt x="7844500" y="118541"/>
                </a:cubicBezTo>
                <a:cubicBezTo>
                  <a:pt x="7845702" y="113705"/>
                  <a:pt x="7846303" y="108384"/>
                  <a:pt x="7846303" y="102580"/>
                </a:cubicBezTo>
                <a:cubicBezTo>
                  <a:pt x="7846303" y="97147"/>
                  <a:pt x="7845796" y="92013"/>
                  <a:pt x="7844782" y="87176"/>
                </a:cubicBezTo>
                <a:cubicBezTo>
                  <a:pt x="7843768" y="82339"/>
                  <a:pt x="7842097" y="78097"/>
                  <a:pt x="7839769" y="74451"/>
                </a:cubicBezTo>
                <a:cubicBezTo>
                  <a:pt x="7837442" y="70805"/>
                  <a:pt x="7834288" y="67921"/>
                  <a:pt x="7830309" y="65800"/>
                </a:cubicBezTo>
                <a:cubicBezTo>
                  <a:pt x="7826329" y="63680"/>
                  <a:pt x="7821373" y="62619"/>
                  <a:pt x="7815441" y="62619"/>
                </a:cubicBezTo>
                <a:close/>
                <a:moveTo>
                  <a:pt x="8110249" y="61503"/>
                </a:moveTo>
                <a:cubicBezTo>
                  <a:pt x="8106677" y="61503"/>
                  <a:pt x="8103571" y="62098"/>
                  <a:pt x="8100929" y="63289"/>
                </a:cubicBezTo>
                <a:cubicBezTo>
                  <a:pt x="8098287" y="64480"/>
                  <a:pt x="8096092" y="66117"/>
                  <a:pt x="8094343" y="68200"/>
                </a:cubicBezTo>
                <a:cubicBezTo>
                  <a:pt x="8092595" y="70284"/>
                  <a:pt x="8091292" y="72684"/>
                  <a:pt x="8090437" y="75400"/>
                </a:cubicBezTo>
                <a:cubicBezTo>
                  <a:pt x="8089581" y="78116"/>
                  <a:pt x="8089153" y="80962"/>
                  <a:pt x="8089153" y="83939"/>
                </a:cubicBezTo>
                <a:cubicBezTo>
                  <a:pt x="8089153" y="90562"/>
                  <a:pt x="8091032" y="95771"/>
                  <a:pt x="8094790" y="99566"/>
                </a:cubicBezTo>
                <a:cubicBezTo>
                  <a:pt x="8098548" y="103361"/>
                  <a:pt x="8103812" y="105259"/>
                  <a:pt x="8110584" y="105259"/>
                </a:cubicBezTo>
                <a:cubicBezTo>
                  <a:pt x="8114230" y="105259"/>
                  <a:pt x="8117393" y="104682"/>
                  <a:pt x="8120072" y="103528"/>
                </a:cubicBezTo>
                <a:cubicBezTo>
                  <a:pt x="8122751" y="102375"/>
                  <a:pt x="8124965" y="100775"/>
                  <a:pt x="8126713" y="98729"/>
                </a:cubicBezTo>
                <a:cubicBezTo>
                  <a:pt x="8128462" y="96682"/>
                  <a:pt x="8129764" y="94320"/>
                  <a:pt x="8130620" y="91641"/>
                </a:cubicBezTo>
                <a:cubicBezTo>
                  <a:pt x="8131476" y="88962"/>
                  <a:pt x="8131904" y="86171"/>
                  <a:pt x="8131904" y="83269"/>
                </a:cubicBezTo>
                <a:cubicBezTo>
                  <a:pt x="8131904" y="76423"/>
                  <a:pt x="8130025" y="71084"/>
                  <a:pt x="8126267" y="67252"/>
                </a:cubicBezTo>
                <a:cubicBezTo>
                  <a:pt x="8122509" y="63419"/>
                  <a:pt x="8117170" y="61503"/>
                  <a:pt x="8110249" y="61503"/>
                </a:cubicBezTo>
                <a:close/>
                <a:moveTo>
                  <a:pt x="8177408" y="48778"/>
                </a:moveTo>
                <a:cubicBezTo>
                  <a:pt x="8179640" y="48778"/>
                  <a:pt x="8181389" y="48834"/>
                  <a:pt x="8182654" y="48946"/>
                </a:cubicBezTo>
                <a:cubicBezTo>
                  <a:pt x="8183919" y="49057"/>
                  <a:pt x="8184924" y="49262"/>
                  <a:pt x="8185668" y="49560"/>
                </a:cubicBezTo>
                <a:cubicBezTo>
                  <a:pt x="8186412" y="49857"/>
                  <a:pt x="8186952" y="50285"/>
                  <a:pt x="8187286" y="50843"/>
                </a:cubicBezTo>
                <a:cubicBezTo>
                  <a:pt x="8187621" y="51401"/>
                  <a:pt x="8187975" y="52164"/>
                  <a:pt x="8188347" y="53131"/>
                </a:cubicBezTo>
                <a:lnTo>
                  <a:pt x="8217034" y="133722"/>
                </a:lnTo>
                <a:lnTo>
                  <a:pt x="8217368" y="133722"/>
                </a:lnTo>
                <a:lnTo>
                  <a:pt x="8245050" y="52685"/>
                </a:lnTo>
                <a:cubicBezTo>
                  <a:pt x="8245497" y="51271"/>
                  <a:pt x="8246036" y="50360"/>
                  <a:pt x="8246669" y="49950"/>
                </a:cubicBezTo>
                <a:cubicBezTo>
                  <a:pt x="8247301" y="49541"/>
                  <a:pt x="8248250" y="49243"/>
                  <a:pt x="8249515" y="49057"/>
                </a:cubicBezTo>
                <a:cubicBezTo>
                  <a:pt x="8250780" y="48871"/>
                  <a:pt x="8252603" y="48778"/>
                  <a:pt x="8254985" y="48778"/>
                </a:cubicBezTo>
                <a:cubicBezTo>
                  <a:pt x="8257068" y="48778"/>
                  <a:pt x="8258780" y="48871"/>
                  <a:pt x="8260119" y="49057"/>
                </a:cubicBezTo>
                <a:cubicBezTo>
                  <a:pt x="8261459" y="49243"/>
                  <a:pt x="8262445" y="49597"/>
                  <a:pt x="8263077" y="50118"/>
                </a:cubicBezTo>
                <a:cubicBezTo>
                  <a:pt x="8263710" y="50639"/>
                  <a:pt x="8264026" y="51346"/>
                  <a:pt x="8264026" y="52239"/>
                </a:cubicBezTo>
                <a:cubicBezTo>
                  <a:pt x="8264026" y="53131"/>
                  <a:pt x="8263803" y="54248"/>
                  <a:pt x="8263356" y="55587"/>
                </a:cubicBezTo>
                <a:lnTo>
                  <a:pt x="8227303" y="155488"/>
                </a:lnTo>
                <a:lnTo>
                  <a:pt x="8213908" y="192435"/>
                </a:lnTo>
                <a:cubicBezTo>
                  <a:pt x="8213462" y="193625"/>
                  <a:pt x="8212327" y="194537"/>
                  <a:pt x="8210504" y="195169"/>
                </a:cubicBezTo>
                <a:cubicBezTo>
                  <a:pt x="8208681" y="195802"/>
                  <a:pt x="8205909" y="196118"/>
                  <a:pt x="8202188" y="196118"/>
                </a:cubicBezTo>
                <a:cubicBezTo>
                  <a:pt x="8200253" y="196118"/>
                  <a:pt x="8198690" y="196025"/>
                  <a:pt x="8197500" y="195839"/>
                </a:cubicBezTo>
                <a:cubicBezTo>
                  <a:pt x="8196309" y="195653"/>
                  <a:pt x="8195398" y="195337"/>
                  <a:pt x="8194765" y="194890"/>
                </a:cubicBezTo>
                <a:cubicBezTo>
                  <a:pt x="8194133" y="194444"/>
                  <a:pt x="8193779" y="193848"/>
                  <a:pt x="8193705" y="193104"/>
                </a:cubicBezTo>
                <a:cubicBezTo>
                  <a:pt x="8193630" y="192360"/>
                  <a:pt x="8193816" y="191467"/>
                  <a:pt x="8194263" y="190425"/>
                </a:cubicBezTo>
                <a:lnTo>
                  <a:pt x="8208104" y="155488"/>
                </a:lnTo>
                <a:cubicBezTo>
                  <a:pt x="8207434" y="155190"/>
                  <a:pt x="8206802" y="154707"/>
                  <a:pt x="8206206" y="154037"/>
                </a:cubicBezTo>
                <a:cubicBezTo>
                  <a:pt x="8205611" y="153367"/>
                  <a:pt x="8205202" y="152660"/>
                  <a:pt x="8204978" y="151916"/>
                </a:cubicBezTo>
                <a:lnTo>
                  <a:pt x="8169148" y="55922"/>
                </a:lnTo>
                <a:cubicBezTo>
                  <a:pt x="8168553" y="54359"/>
                  <a:pt x="8168255" y="53131"/>
                  <a:pt x="8168255" y="52239"/>
                </a:cubicBezTo>
                <a:cubicBezTo>
                  <a:pt x="8168255" y="51346"/>
                  <a:pt x="8168553" y="50639"/>
                  <a:pt x="8169148" y="50118"/>
                </a:cubicBezTo>
                <a:cubicBezTo>
                  <a:pt x="8169743" y="49597"/>
                  <a:pt x="8170711" y="49243"/>
                  <a:pt x="8172050" y="49057"/>
                </a:cubicBezTo>
                <a:cubicBezTo>
                  <a:pt x="8173390" y="48871"/>
                  <a:pt x="8175176" y="48778"/>
                  <a:pt x="8177408" y="48778"/>
                </a:cubicBezTo>
                <a:close/>
                <a:moveTo>
                  <a:pt x="7723966" y="48778"/>
                </a:moveTo>
                <a:cubicBezTo>
                  <a:pt x="7725827" y="48778"/>
                  <a:pt x="7727352" y="48853"/>
                  <a:pt x="7728543" y="49002"/>
                </a:cubicBezTo>
                <a:cubicBezTo>
                  <a:pt x="7729733" y="49150"/>
                  <a:pt x="7730663" y="49374"/>
                  <a:pt x="7731333" y="49671"/>
                </a:cubicBezTo>
                <a:cubicBezTo>
                  <a:pt x="7732003" y="49969"/>
                  <a:pt x="7732487" y="50341"/>
                  <a:pt x="7732784" y="50787"/>
                </a:cubicBezTo>
                <a:cubicBezTo>
                  <a:pt x="7733082" y="51234"/>
                  <a:pt x="7733231" y="51718"/>
                  <a:pt x="7733231" y="52239"/>
                </a:cubicBezTo>
                <a:lnTo>
                  <a:pt x="7733231" y="152698"/>
                </a:lnTo>
                <a:cubicBezTo>
                  <a:pt x="7733231" y="153293"/>
                  <a:pt x="7733082" y="153795"/>
                  <a:pt x="7732784" y="154204"/>
                </a:cubicBezTo>
                <a:cubicBezTo>
                  <a:pt x="7732487" y="154614"/>
                  <a:pt x="7732003" y="154967"/>
                  <a:pt x="7731333" y="155265"/>
                </a:cubicBezTo>
                <a:cubicBezTo>
                  <a:pt x="7730663" y="155562"/>
                  <a:pt x="7729733" y="155786"/>
                  <a:pt x="7728543" y="155935"/>
                </a:cubicBezTo>
                <a:cubicBezTo>
                  <a:pt x="7727352" y="156083"/>
                  <a:pt x="7725827" y="156158"/>
                  <a:pt x="7723966" y="156158"/>
                </a:cubicBezTo>
                <a:cubicBezTo>
                  <a:pt x="7722180" y="156158"/>
                  <a:pt x="7720692" y="156083"/>
                  <a:pt x="7719501" y="155935"/>
                </a:cubicBezTo>
                <a:cubicBezTo>
                  <a:pt x="7718311" y="155786"/>
                  <a:pt x="7717362" y="155562"/>
                  <a:pt x="7716655" y="155265"/>
                </a:cubicBezTo>
                <a:cubicBezTo>
                  <a:pt x="7715948" y="154967"/>
                  <a:pt x="7715464" y="154614"/>
                  <a:pt x="7715204" y="154204"/>
                </a:cubicBezTo>
                <a:cubicBezTo>
                  <a:pt x="7714943" y="153795"/>
                  <a:pt x="7714813" y="153293"/>
                  <a:pt x="7714813" y="152698"/>
                </a:cubicBezTo>
                <a:lnTo>
                  <a:pt x="7714813" y="52239"/>
                </a:lnTo>
                <a:cubicBezTo>
                  <a:pt x="7714813" y="51718"/>
                  <a:pt x="7714943" y="51234"/>
                  <a:pt x="7715204" y="50787"/>
                </a:cubicBezTo>
                <a:cubicBezTo>
                  <a:pt x="7715464" y="50341"/>
                  <a:pt x="7715948" y="49969"/>
                  <a:pt x="7716655" y="49671"/>
                </a:cubicBezTo>
                <a:cubicBezTo>
                  <a:pt x="7717362" y="49374"/>
                  <a:pt x="7718311" y="49150"/>
                  <a:pt x="7719501" y="49002"/>
                </a:cubicBezTo>
                <a:cubicBezTo>
                  <a:pt x="7720692" y="48853"/>
                  <a:pt x="7722180" y="48778"/>
                  <a:pt x="7723966" y="48778"/>
                </a:cubicBezTo>
                <a:close/>
                <a:moveTo>
                  <a:pt x="8110584" y="47439"/>
                </a:moveTo>
                <a:cubicBezTo>
                  <a:pt x="8113635" y="47439"/>
                  <a:pt x="8116482" y="47606"/>
                  <a:pt x="8119123" y="47941"/>
                </a:cubicBezTo>
                <a:cubicBezTo>
                  <a:pt x="8121765" y="48276"/>
                  <a:pt x="8124239" y="48741"/>
                  <a:pt x="8126546" y="49336"/>
                </a:cubicBezTo>
                <a:lnTo>
                  <a:pt x="8156907" y="49336"/>
                </a:lnTo>
                <a:cubicBezTo>
                  <a:pt x="8158172" y="49336"/>
                  <a:pt x="8159121" y="49950"/>
                  <a:pt x="8159753" y="51178"/>
                </a:cubicBezTo>
                <a:cubicBezTo>
                  <a:pt x="8160386" y="52406"/>
                  <a:pt x="8160702" y="54285"/>
                  <a:pt x="8160702" y="56815"/>
                </a:cubicBezTo>
                <a:cubicBezTo>
                  <a:pt x="8160702" y="59419"/>
                  <a:pt x="8160349" y="61298"/>
                  <a:pt x="8159642" y="62452"/>
                </a:cubicBezTo>
                <a:cubicBezTo>
                  <a:pt x="8158935" y="63605"/>
                  <a:pt x="8158023" y="64182"/>
                  <a:pt x="8156907" y="64182"/>
                </a:cubicBezTo>
                <a:lnTo>
                  <a:pt x="8142508" y="64182"/>
                </a:lnTo>
                <a:cubicBezTo>
                  <a:pt x="8145112" y="66861"/>
                  <a:pt x="8146936" y="69819"/>
                  <a:pt x="8147977" y="73056"/>
                </a:cubicBezTo>
                <a:cubicBezTo>
                  <a:pt x="8149019" y="76293"/>
                  <a:pt x="8149540" y="79660"/>
                  <a:pt x="8149540" y="83158"/>
                </a:cubicBezTo>
                <a:cubicBezTo>
                  <a:pt x="8149540" y="88962"/>
                  <a:pt x="8148610" y="94096"/>
                  <a:pt x="8146749" y="98561"/>
                </a:cubicBezTo>
                <a:cubicBezTo>
                  <a:pt x="8144889" y="103026"/>
                  <a:pt x="8142229" y="106803"/>
                  <a:pt x="8138768" y="109891"/>
                </a:cubicBezTo>
                <a:cubicBezTo>
                  <a:pt x="8135308" y="112979"/>
                  <a:pt x="8131197" y="115342"/>
                  <a:pt x="8126434" y="116979"/>
                </a:cubicBezTo>
                <a:cubicBezTo>
                  <a:pt x="8121672" y="118616"/>
                  <a:pt x="8116388" y="119434"/>
                  <a:pt x="8110584" y="119434"/>
                </a:cubicBezTo>
                <a:cubicBezTo>
                  <a:pt x="8106491" y="119434"/>
                  <a:pt x="8102603" y="118895"/>
                  <a:pt x="8098920" y="117816"/>
                </a:cubicBezTo>
                <a:cubicBezTo>
                  <a:pt x="8095236" y="116737"/>
                  <a:pt x="8092390" y="115379"/>
                  <a:pt x="8090381" y="113742"/>
                </a:cubicBezTo>
                <a:cubicBezTo>
                  <a:pt x="8089041" y="115081"/>
                  <a:pt x="8087944" y="116607"/>
                  <a:pt x="8087088" y="118318"/>
                </a:cubicBezTo>
                <a:cubicBezTo>
                  <a:pt x="8086232" y="120030"/>
                  <a:pt x="8085804" y="122002"/>
                  <a:pt x="8085804" y="124234"/>
                </a:cubicBezTo>
                <a:cubicBezTo>
                  <a:pt x="8085804" y="126839"/>
                  <a:pt x="8087014" y="128997"/>
                  <a:pt x="8089432" y="130708"/>
                </a:cubicBezTo>
                <a:cubicBezTo>
                  <a:pt x="8091850" y="132420"/>
                  <a:pt x="8095069" y="133350"/>
                  <a:pt x="8099087" y="133499"/>
                </a:cubicBezTo>
                <a:lnTo>
                  <a:pt x="8125318" y="134615"/>
                </a:lnTo>
                <a:cubicBezTo>
                  <a:pt x="8130304" y="134764"/>
                  <a:pt x="8134880" y="135452"/>
                  <a:pt x="8139048" y="136680"/>
                </a:cubicBezTo>
                <a:cubicBezTo>
                  <a:pt x="8143215" y="137908"/>
                  <a:pt x="8146824" y="139656"/>
                  <a:pt x="8149875" y="141926"/>
                </a:cubicBezTo>
                <a:cubicBezTo>
                  <a:pt x="8152926" y="144196"/>
                  <a:pt x="8155307" y="146986"/>
                  <a:pt x="8157019" y="150298"/>
                </a:cubicBezTo>
                <a:cubicBezTo>
                  <a:pt x="8158730" y="153609"/>
                  <a:pt x="8159586" y="157460"/>
                  <a:pt x="8159586" y="161850"/>
                </a:cubicBezTo>
                <a:cubicBezTo>
                  <a:pt x="8159586" y="166464"/>
                  <a:pt x="8158618" y="170855"/>
                  <a:pt x="8156684" y="175022"/>
                </a:cubicBezTo>
                <a:cubicBezTo>
                  <a:pt x="8154749" y="179189"/>
                  <a:pt x="8151791" y="182854"/>
                  <a:pt x="8147810" y="186016"/>
                </a:cubicBezTo>
                <a:cubicBezTo>
                  <a:pt x="8143829" y="189179"/>
                  <a:pt x="8138750" y="191672"/>
                  <a:pt x="8132574" y="193495"/>
                </a:cubicBezTo>
                <a:cubicBezTo>
                  <a:pt x="8126397" y="195318"/>
                  <a:pt x="8119105" y="196230"/>
                  <a:pt x="8110696" y="196230"/>
                </a:cubicBezTo>
                <a:cubicBezTo>
                  <a:pt x="8102585" y="196230"/>
                  <a:pt x="8095683" y="195541"/>
                  <a:pt x="8089990" y="194165"/>
                </a:cubicBezTo>
                <a:cubicBezTo>
                  <a:pt x="8084297" y="192788"/>
                  <a:pt x="8079628" y="190909"/>
                  <a:pt x="8075982" y="188528"/>
                </a:cubicBezTo>
                <a:cubicBezTo>
                  <a:pt x="8072335" y="186147"/>
                  <a:pt x="8069694" y="183300"/>
                  <a:pt x="8068057" y="179989"/>
                </a:cubicBezTo>
                <a:cubicBezTo>
                  <a:pt x="8066419" y="176677"/>
                  <a:pt x="8065601" y="173087"/>
                  <a:pt x="8065601" y="169217"/>
                </a:cubicBezTo>
                <a:cubicBezTo>
                  <a:pt x="8065601" y="166762"/>
                  <a:pt x="8065899" y="164381"/>
                  <a:pt x="8066494" y="162074"/>
                </a:cubicBezTo>
                <a:cubicBezTo>
                  <a:pt x="8067089" y="159767"/>
                  <a:pt x="8068001" y="157572"/>
                  <a:pt x="8069229" y="155488"/>
                </a:cubicBezTo>
                <a:cubicBezTo>
                  <a:pt x="8070456" y="153404"/>
                  <a:pt x="8071982" y="151414"/>
                  <a:pt x="8073805" y="149516"/>
                </a:cubicBezTo>
                <a:cubicBezTo>
                  <a:pt x="8075628" y="147619"/>
                  <a:pt x="8077730" y="145740"/>
                  <a:pt x="8080112" y="143879"/>
                </a:cubicBezTo>
                <a:cubicBezTo>
                  <a:pt x="8076465" y="142019"/>
                  <a:pt x="8073768" y="139675"/>
                  <a:pt x="8072019" y="136847"/>
                </a:cubicBezTo>
                <a:cubicBezTo>
                  <a:pt x="8070270" y="134020"/>
                  <a:pt x="8069396" y="130969"/>
                  <a:pt x="8069396" y="127694"/>
                </a:cubicBezTo>
                <a:cubicBezTo>
                  <a:pt x="8069396" y="123155"/>
                  <a:pt x="8070326" y="119100"/>
                  <a:pt x="8072187" y="115528"/>
                </a:cubicBezTo>
                <a:cubicBezTo>
                  <a:pt x="8074047" y="111956"/>
                  <a:pt x="8076354" y="108756"/>
                  <a:pt x="8079107" y="105928"/>
                </a:cubicBezTo>
                <a:cubicBezTo>
                  <a:pt x="8076800" y="103175"/>
                  <a:pt x="8074977" y="100068"/>
                  <a:pt x="8073638" y="96608"/>
                </a:cubicBezTo>
                <a:cubicBezTo>
                  <a:pt x="8072298" y="93148"/>
                  <a:pt x="8071628" y="88962"/>
                  <a:pt x="8071628" y="84051"/>
                </a:cubicBezTo>
                <a:cubicBezTo>
                  <a:pt x="8071628" y="78321"/>
                  <a:pt x="8072596" y="73186"/>
                  <a:pt x="8074531" y="68647"/>
                </a:cubicBezTo>
                <a:cubicBezTo>
                  <a:pt x="8076465" y="64108"/>
                  <a:pt x="8079144" y="60275"/>
                  <a:pt x="8082567" y="57150"/>
                </a:cubicBezTo>
                <a:cubicBezTo>
                  <a:pt x="8085990" y="54024"/>
                  <a:pt x="8090102" y="51625"/>
                  <a:pt x="8094901" y="49950"/>
                </a:cubicBezTo>
                <a:cubicBezTo>
                  <a:pt x="8099701" y="48276"/>
                  <a:pt x="8104929" y="47439"/>
                  <a:pt x="8110584" y="47439"/>
                </a:cubicBezTo>
                <a:close/>
                <a:moveTo>
                  <a:pt x="7997140" y="47216"/>
                </a:moveTo>
                <a:cubicBezTo>
                  <a:pt x="8005400" y="47216"/>
                  <a:pt x="8012600" y="48443"/>
                  <a:pt x="8018739" y="50899"/>
                </a:cubicBezTo>
                <a:cubicBezTo>
                  <a:pt x="8024878" y="53355"/>
                  <a:pt x="8029994" y="56927"/>
                  <a:pt x="8034087" y="61615"/>
                </a:cubicBezTo>
                <a:cubicBezTo>
                  <a:pt x="8038179" y="66303"/>
                  <a:pt x="8041249" y="71995"/>
                  <a:pt x="8043295" y="78693"/>
                </a:cubicBezTo>
                <a:cubicBezTo>
                  <a:pt x="8045342" y="85390"/>
                  <a:pt x="8046365" y="92943"/>
                  <a:pt x="8046365" y="101352"/>
                </a:cubicBezTo>
                <a:cubicBezTo>
                  <a:pt x="8046365" y="109537"/>
                  <a:pt x="8045286" y="117072"/>
                  <a:pt x="8043128" y="123955"/>
                </a:cubicBezTo>
                <a:cubicBezTo>
                  <a:pt x="8040970" y="130838"/>
                  <a:pt x="8037751" y="136773"/>
                  <a:pt x="8033473" y="141759"/>
                </a:cubicBezTo>
                <a:cubicBezTo>
                  <a:pt x="8029194" y="146744"/>
                  <a:pt x="8023836" y="150633"/>
                  <a:pt x="8017399" y="153423"/>
                </a:cubicBezTo>
                <a:cubicBezTo>
                  <a:pt x="8010962" y="156214"/>
                  <a:pt x="8003502" y="157609"/>
                  <a:pt x="7995019" y="157609"/>
                </a:cubicBezTo>
                <a:cubicBezTo>
                  <a:pt x="7986759" y="157609"/>
                  <a:pt x="7979560" y="156381"/>
                  <a:pt x="7973420" y="153925"/>
                </a:cubicBezTo>
                <a:cubicBezTo>
                  <a:pt x="7967281" y="151470"/>
                  <a:pt x="7962165" y="147898"/>
                  <a:pt x="7958073" y="143210"/>
                </a:cubicBezTo>
                <a:cubicBezTo>
                  <a:pt x="7953980" y="138522"/>
                  <a:pt x="7950929" y="132829"/>
                  <a:pt x="7948920" y="126132"/>
                </a:cubicBezTo>
                <a:cubicBezTo>
                  <a:pt x="7946910" y="119434"/>
                  <a:pt x="7945906" y="111844"/>
                  <a:pt x="7945906" y="103361"/>
                </a:cubicBezTo>
                <a:cubicBezTo>
                  <a:pt x="7945906" y="95175"/>
                  <a:pt x="7946966" y="87641"/>
                  <a:pt x="7949087" y="80758"/>
                </a:cubicBezTo>
                <a:cubicBezTo>
                  <a:pt x="7951208" y="73874"/>
                  <a:pt x="7954408" y="67940"/>
                  <a:pt x="7958686" y="62954"/>
                </a:cubicBezTo>
                <a:cubicBezTo>
                  <a:pt x="7962965" y="57968"/>
                  <a:pt x="7968305" y="54099"/>
                  <a:pt x="7974704" y="51346"/>
                </a:cubicBezTo>
                <a:cubicBezTo>
                  <a:pt x="7981104" y="48592"/>
                  <a:pt x="7988582" y="47216"/>
                  <a:pt x="7997140" y="47216"/>
                </a:cubicBezTo>
                <a:close/>
                <a:moveTo>
                  <a:pt x="7816165" y="47216"/>
                </a:moveTo>
                <a:cubicBezTo>
                  <a:pt x="7824425" y="47216"/>
                  <a:pt x="7831625" y="48443"/>
                  <a:pt x="7837764" y="50899"/>
                </a:cubicBezTo>
                <a:cubicBezTo>
                  <a:pt x="7843903" y="53355"/>
                  <a:pt x="7849019" y="56927"/>
                  <a:pt x="7853112" y="61615"/>
                </a:cubicBezTo>
                <a:cubicBezTo>
                  <a:pt x="7857204" y="66303"/>
                  <a:pt x="7860274" y="71995"/>
                  <a:pt x="7862320" y="78693"/>
                </a:cubicBezTo>
                <a:cubicBezTo>
                  <a:pt x="7864367" y="85390"/>
                  <a:pt x="7865390" y="92943"/>
                  <a:pt x="7865390" y="101352"/>
                </a:cubicBezTo>
                <a:cubicBezTo>
                  <a:pt x="7865390" y="109537"/>
                  <a:pt x="7864311" y="117072"/>
                  <a:pt x="7862153" y="123955"/>
                </a:cubicBezTo>
                <a:cubicBezTo>
                  <a:pt x="7859995" y="130838"/>
                  <a:pt x="7856776" y="136773"/>
                  <a:pt x="7852498" y="141759"/>
                </a:cubicBezTo>
                <a:cubicBezTo>
                  <a:pt x="7848219" y="146744"/>
                  <a:pt x="7842861" y="150633"/>
                  <a:pt x="7836424" y="153423"/>
                </a:cubicBezTo>
                <a:cubicBezTo>
                  <a:pt x="7829987" y="156214"/>
                  <a:pt x="7822527" y="157609"/>
                  <a:pt x="7814044" y="157609"/>
                </a:cubicBezTo>
                <a:cubicBezTo>
                  <a:pt x="7805784" y="157609"/>
                  <a:pt x="7798585" y="156381"/>
                  <a:pt x="7792446" y="153925"/>
                </a:cubicBezTo>
                <a:cubicBezTo>
                  <a:pt x="7786307" y="151470"/>
                  <a:pt x="7781191" y="147898"/>
                  <a:pt x="7777098" y="143210"/>
                </a:cubicBezTo>
                <a:cubicBezTo>
                  <a:pt x="7773005" y="138522"/>
                  <a:pt x="7769954" y="132829"/>
                  <a:pt x="7767945" y="126132"/>
                </a:cubicBezTo>
                <a:cubicBezTo>
                  <a:pt x="7765936" y="119434"/>
                  <a:pt x="7764931" y="111844"/>
                  <a:pt x="7764931" y="103361"/>
                </a:cubicBezTo>
                <a:cubicBezTo>
                  <a:pt x="7764931" y="95175"/>
                  <a:pt x="7765992" y="87641"/>
                  <a:pt x="7768112" y="80758"/>
                </a:cubicBezTo>
                <a:cubicBezTo>
                  <a:pt x="7770233" y="73874"/>
                  <a:pt x="7773433" y="67940"/>
                  <a:pt x="7777712" y="62954"/>
                </a:cubicBezTo>
                <a:cubicBezTo>
                  <a:pt x="7781991" y="57968"/>
                  <a:pt x="7787330" y="54099"/>
                  <a:pt x="7793729" y="51346"/>
                </a:cubicBezTo>
                <a:cubicBezTo>
                  <a:pt x="7800129" y="48592"/>
                  <a:pt x="7807607" y="47216"/>
                  <a:pt x="7816165" y="47216"/>
                </a:cubicBezTo>
                <a:close/>
                <a:moveTo>
                  <a:pt x="398301" y="30249"/>
                </a:moveTo>
                <a:lnTo>
                  <a:pt x="373410" y="102245"/>
                </a:lnTo>
                <a:lnTo>
                  <a:pt x="423639" y="102245"/>
                </a:lnTo>
                <a:lnTo>
                  <a:pt x="398413" y="30249"/>
                </a:lnTo>
                <a:close/>
                <a:moveTo>
                  <a:pt x="7612196" y="26677"/>
                </a:moveTo>
                <a:lnTo>
                  <a:pt x="7612196" y="73447"/>
                </a:lnTo>
                <a:lnTo>
                  <a:pt x="7634022" y="73447"/>
                </a:lnTo>
                <a:cubicBezTo>
                  <a:pt x="7638996" y="73447"/>
                  <a:pt x="7643005" y="72795"/>
                  <a:pt x="7646049" y="71493"/>
                </a:cubicBezTo>
                <a:cubicBezTo>
                  <a:pt x="7649093" y="70191"/>
                  <a:pt x="7651617" y="68442"/>
                  <a:pt x="7653622" y="66247"/>
                </a:cubicBezTo>
                <a:cubicBezTo>
                  <a:pt x="7655626" y="64052"/>
                  <a:pt x="7657092" y="61484"/>
                  <a:pt x="7658020" y="58545"/>
                </a:cubicBezTo>
                <a:cubicBezTo>
                  <a:pt x="7658948" y="55606"/>
                  <a:pt x="7659412" y="52573"/>
                  <a:pt x="7659412" y="49448"/>
                </a:cubicBezTo>
                <a:cubicBezTo>
                  <a:pt x="7659412" y="45951"/>
                  <a:pt x="7658929" y="42788"/>
                  <a:pt x="7657964" y="39960"/>
                </a:cubicBezTo>
                <a:cubicBezTo>
                  <a:pt x="7656999" y="37132"/>
                  <a:pt x="7655477" y="34733"/>
                  <a:pt x="7653398" y="32761"/>
                </a:cubicBezTo>
                <a:cubicBezTo>
                  <a:pt x="7651319" y="30789"/>
                  <a:pt x="7648610" y="29282"/>
                  <a:pt x="7645269" y="28240"/>
                </a:cubicBezTo>
                <a:cubicBezTo>
                  <a:pt x="7641929" y="27198"/>
                  <a:pt x="7637512" y="26677"/>
                  <a:pt x="7632018" y="26677"/>
                </a:cubicBezTo>
                <a:close/>
                <a:moveTo>
                  <a:pt x="7600253" y="11050"/>
                </a:moveTo>
                <a:lnTo>
                  <a:pt x="7633069" y="11050"/>
                </a:lnTo>
                <a:cubicBezTo>
                  <a:pt x="7641701" y="11050"/>
                  <a:pt x="7648771" y="11869"/>
                  <a:pt x="7654277" y="13506"/>
                </a:cubicBezTo>
                <a:cubicBezTo>
                  <a:pt x="7659784" y="15143"/>
                  <a:pt x="7664379" y="17524"/>
                  <a:pt x="7668063" y="20650"/>
                </a:cubicBezTo>
                <a:cubicBezTo>
                  <a:pt x="7671746" y="23775"/>
                  <a:pt x="7674518" y="27607"/>
                  <a:pt x="7676378" y="32147"/>
                </a:cubicBezTo>
                <a:cubicBezTo>
                  <a:pt x="7678239" y="36686"/>
                  <a:pt x="7679169" y="41821"/>
                  <a:pt x="7679169" y="47550"/>
                </a:cubicBezTo>
                <a:cubicBezTo>
                  <a:pt x="7679169" y="50973"/>
                  <a:pt x="7678760" y="54248"/>
                  <a:pt x="7677941" y="57373"/>
                </a:cubicBezTo>
                <a:cubicBezTo>
                  <a:pt x="7677123" y="60498"/>
                  <a:pt x="7675913" y="63382"/>
                  <a:pt x="7674313" y="66024"/>
                </a:cubicBezTo>
                <a:cubicBezTo>
                  <a:pt x="7672714" y="68665"/>
                  <a:pt x="7670704" y="71028"/>
                  <a:pt x="7668286" y="73112"/>
                </a:cubicBezTo>
                <a:cubicBezTo>
                  <a:pt x="7665867" y="75195"/>
                  <a:pt x="7663096" y="76907"/>
                  <a:pt x="7659970" y="78246"/>
                </a:cubicBezTo>
                <a:cubicBezTo>
                  <a:pt x="7663914" y="78990"/>
                  <a:pt x="7667598" y="80348"/>
                  <a:pt x="7671021" y="82320"/>
                </a:cubicBezTo>
                <a:cubicBezTo>
                  <a:pt x="7674444" y="84292"/>
                  <a:pt x="7677439" y="86804"/>
                  <a:pt x="7680006" y="89855"/>
                </a:cubicBezTo>
                <a:cubicBezTo>
                  <a:pt x="7682573" y="92906"/>
                  <a:pt x="7684601" y="96478"/>
                  <a:pt x="7686089" y="100570"/>
                </a:cubicBezTo>
                <a:cubicBezTo>
                  <a:pt x="7687578" y="104663"/>
                  <a:pt x="7688322" y="109165"/>
                  <a:pt x="7688322" y="114077"/>
                </a:cubicBezTo>
                <a:cubicBezTo>
                  <a:pt x="7688322" y="118616"/>
                  <a:pt x="7687745" y="122802"/>
                  <a:pt x="7686592" y="126634"/>
                </a:cubicBezTo>
                <a:cubicBezTo>
                  <a:pt x="7685438" y="130466"/>
                  <a:pt x="7683820" y="133908"/>
                  <a:pt x="7681736" y="136959"/>
                </a:cubicBezTo>
                <a:cubicBezTo>
                  <a:pt x="7679653" y="140010"/>
                  <a:pt x="7677141" y="142689"/>
                  <a:pt x="7674202" y="144996"/>
                </a:cubicBezTo>
                <a:cubicBezTo>
                  <a:pt x="7671262" y="147302"/>
                  <a:pt x="7667951" y="149237"/>
                  <a:pt x="7664268" y="150800"/>
                </a:cubicBezTo>
                <a:cubicBezTo>
                  <a:pt x="7660584" y="152363"/>
                  <a:pt x="7656640" y="153535"/>
                  <a:pt x="7652436" y="154316"/>
                </a:cubicBezTo>
                <a:cubicBezTo>
                  <a:pt x="7648231" y="155097"/>
                  <a:pt x="7643413" y="155488"/>
                  <a:pt x="7637981" y="155488"/>
                </a:cubicBezTo>
                <a:lnTo>
                  <a:pt x="7600253" y="155488"/>
                </a:lnTo>
                <a:cubicBezTo>
                  <a:pt x="7598541" y="155488"/>
                  <a:pt x="7596923" y="154911"/>
                  <a:pt x="7595397" y="153758"/>
                </a:cubicBezTo>
                <a:cubicBezTo>
                  <a:pt x="7593872" y="152604"/>
                  <a:pt x="7593109" y="150577"/>
                  <a:pt x="7593109" y="147675"/>
                </a:cubicBezTo>
                <a:lnTo>
                  <a:pt x="7593109" y="18864"/>
                </a:lnTo>
                <a:cubicBezTo>
                  <a:pt x="7593109" y="15962"/>
                  <a:pt x="7593872" y="13934"/>
                  <a:pt x="7595397" y="12780"/>
                </a:cubicBezTo>
                <a:cubicBezTo>
                  <a:pt x="7596923" y="11627"/>
                  <a:pt x="7598541" y="11050"/>
                  <a:pt x="7600253" y="11050"/>
                </a:cubicBezTo>
                <a:close/>
                <a:moveTo>
                  <a:pt x="398971" y="10381"/>
                </a:moveTo>
                <a:cubicBezTo>
                  <a:pt x="401352" y="10381"/>
                  <a:pt x="403324" y="10436"/>
                  <a:pt x="404887" y="10548"/>
                </a:cubicBezTo>
                <a:cubicBezTo>
                  <a:pt x="406450" y="10660"/>
                  <a:pt x="407715" y="10864"/>
                  <a:pt x="408682" y="11162"/>
                </a:cubicBezTo>
                <a:cubicBezTo>
                  <a:pt x="409649" y="11460"/>
                  <a:pt x="410393" y="11887"/>
                  <a:pt x="410914" y="12446"/>
                </a:cubicBezTo>
                <a:cubicBezTo>
                  <a:pt x="411435" y="13004"/>
                  <a:pt x="411845" y="13692"/>
                  <a:pt x="412142" y="14511"/>
                </a:cubicBezTo>
                <a:lnTo>
                  <a:pt x="460586" y="148679"/>
                </a:lnTo>
                <a:cubicBezTo>
                  <a:pt x="461181" y="150316"/>
                  <a:pt x="461497" y="151637"/>
                  <a:pt x="461535" y="152642"/>
                </a:cubicBezTo>
                <a:cubicBezTo>
                  <a:pt x="461572" y="153646"/>
                  <a:pt x="461293" y="154409"/>
                  <a:pt x="460697" y="154930"/>
                </a:cubicBezTo>
                <a:cubicBezTo>
                  <a:pt x="460102" y="155451"/>
                  <a:pt x="459116" y="155786"/>
                  <a:pt x="457739" y="155935"/>
                </a:cubicBezTo>
                <a:cubicBezTo>
                  <a:pt x="456363" y="156083"/>
                  <a:pt x="454521" y="156158"/>
                  <a:pt x="452214" y="156158"/>
                </a:cubicBezTo>
                <a:cubicBezTo>
                  <a:pt x="449907" y="156158"/>
                  <a:pt x="448066" y="156102"/>
                  <a:pt x="446689" y="155990"/>
                </a:cubicBezTo>
                <a:cubicBezTo>
                  <a:pt x="445312" y="155879"/>
                  <a:pt x="444270" y="155693"/>
                  <a:pt x="443563" y="155432"/>
                </a:cubicBezTo>
                <a:cubicBezTo>
                  <a:pt x="442857" y="155172"/>
                  <a:pt x="442336" y="154818"/>
                  <a:pt x="442001" y="154372"/>
                </a:cubicBezTo>
                <a:cubicBezTo>
                  <a:pt x="441666" y="153925"/>
                  <a:pt x="441350" y="153367"/>
                  <a:pt x="441052" y="152698"/>
                </a:cubicBezTo>
                <a:lnTo>
                  <a:pt x="428662" y="117537"/>
                </a:lnTo>
                <a:lnTo>
                  <a:pt x="368610" y="117537"/>
                </a:lnTo>
                <a:lnTo>
                  <a:pt x="356778" y="152251"/>
                </a:lnTo>
                <a:cubicBezTo>
                  <a:pt x="356555" y="152921"/>
                  <a:pt x="356257" y="153497"/>
                  <a:pt x="355885" y="153981"/>
                </a:cubicBezTo>
                <a:cubicBezTo>
                  <a:pt x="355513" y="154465"/>
                  <a:pt x="354974" y="154874"/>
                  <a:pt x="354267" y="155209"/>
                </a:cubicBezTo>
                <a:cubicBezTo>
                  <a:pt x="353560" y="155544"/>
                  <a:pt x="352555" y="155786"/>
                  <a:pt x="351253" y="155935"/>
                </a:cubicBezTo>
                <a:cubicBezTo>
                  <a:pt x="349951" y="156083"/>
                  <a:pt x="348258" y="156158"/>
                  <a:pt x="346174" y="156158"/>
                </a:cubicBezTo>
                <a:cubicBezTo>
                  <a:pt x="344016" y="156158"/>
                  <a:pt x="342249" y="156065"/>
                  <a:pt x="340872" y="155879"/>
                </a:cubicBezTo>
                <a:cubicBezTo>
                  <a:pt x="339495" y="155693"/>
                  <a:pt x="338528" y="155339"/>
                  <a:pt x="337970" y="154818"/>
                </a:cubicBezTo>
                <a:cubicBezTo>
                  <a:pt x="337412" y="154297"/>
                  <a:pt x="337151" y="153535"/>
                  <a:pt x="337189" y="152530"/>
                </a:cubicBezTo>
                <a:cubicBezTo>
                  <a:pt x="337226" y="151525"/>
                  <a:pt x="337542" y="150205"/>
                  <a:pt x="338137" y="148568"/>
                </a:cubicBezTo>
                <a:lnTo>
                  <a:pt x="386581" y="14399"/>
                </a:lnTo>
                <a:cubicBezTo>
                  <a:pt x="386879" y="13580"/>
                  <a:pt x="387269" y="12911"/>
                  <a:pt x="387753" y="12390"/>
                </a:cubicBezTo>
                <a:cubicBezTo>
                  <a:pt x="388237" y="11869"/>
                  <a:pt x="388944" y="11460"/>
                  <a:pt x="389874" y="11162"/>
                </a:cubicBezTo>
                <a:cubicBezTo>
                  <a:pt x="390804" y="10864"/>
                  <a:pt x="391995" y="10660"/>
                  <a:pt x="393446" y="10548"/>
                </a:cubicBezTo>
                <a:cubicBezTo>
                  <a:pt x="394897" y="10436"/>
                  <a:pt x="396739" y="10381"/>
                  <a:pt x="398971" y="10381"/>
                </a:cubicBezTo>
                <a:close/>
                <a:moveTo>
                  <a:pt x="55141" y="10381"/>
                </a:moveTo>
                <a:cubicBezTo>
                  <a:pt x="57373" y="10381"/>
                  <a:pt x="59196" y="10436"/>
                  <a:pt x="60610" y="10548"/>
                </a:cubicBezTo>
                <a:cubicBezTo>
                  <a:pt x="62024" y="10660"/>
                  <a:pt x="63140" y="10846"/>
                  <a:pt x="63959" y="11106"/>
                </a:cubicBezTo>
                <a:cubicBezTo>
                  <a:pt x="64777" y="11367"/>
                  <a:pt x="65373" y="11739"/>
                  <a:pt x="65745" y="12222"/>
                </a:cubicBezTo>
                <a:cubicBezTo>
                  <a:pt x="66117" y="12706"/>
                  <a:pt x="66526" y="13246"/>
                  <a:pt x="66973" y="13841"/>
                </a:cubicBezTo>
                <a:lnTo>
                  <a:pt x="98003" y="67865"/>
                </a:lnTo>
                <a:lnTo>
                  <a:pt x="128811" y="13841"/>
                </a:lnTo>
                <a:cubicBezTo>
                  <a:pt x="129183" y="13246"/>
                  <a:pt x="129555" y="12706"/>
                  <a:pt x="129927" y="12222"/>
                </a:cubicBezTo>
                <a:cubicBezTo>
                  <a:pt x="130299" y="11739"/>
                  <a:pt x="130839" y="11367"/>
                  <a:pt x="131545" y="11106"/>
                </a:cubicBezTo>
                <a:cubicBezTo>
                  <a:pt x="132252" y="10846"/>
                  <a:pt x="133238" y="10660"/>
                  <a:pt x="134503" y="10548"/>
                </a:cubicBezTo>
                <a:cubicBezTo>
                  <a:pt x="135768" y="10436"/>
                  <a:pt x="137480" y="10381"/>
                  <a:pt x="139638" y="10381"/>
                </a:cubicBezTo>
                <a:cubicBezTo>
                  <a:pt x="141945" y="10381"/>
                  <a:pt x="143824" y="10474"/>
                  <a:pt x="145275" y="10660"/>
                </a:cubicBezTo>
                <a:cubicBezTo>
                  <a:pt x="146726" y="10846"/>
                  <a:pt x="147768" y="11199"/>
                  <a:pt x="148400" y="11720"/>
                </a:cubicBezTo>
                <a:cubicBezTo>
                  <a:pt x="149033" y="12241"/>
                  <a:pt x="149275" y="13004"/>
                  <a:pt x="149126" y="14008"/>
                </a:cubicBezTo>
                <a:cubicBezTo>
                  <a:pt x="148977" y="15013"/>
                  <a:pt x="148456" y="16334"/>
                  <a:pt x="147563" y="17971"/>
                </a:cubicBezTo>
                <a:lnTo>
                  <a:pt x="110058" y="81707"/>
                </a:lnTo>
                <a:lnTo>
                  <a:pt x="149126" y="148568"/>
                </a:lnTo>
                <a:cubicBezTo>
                  <a:pt x="150093" y="150205"/>
                  <a:pt x="150670" y="151507"/>
                  <a:pt x="150856" y="152474"/>
                </a:cubicBezTo>
                <a:cubicBezTo>
                  <a:pt x="151042" y="153442"/>
                  <a:pt x="150800" y="154204"/>
                  <a:pt x="150130" y="154762"/>
                </a:cubicBezTo>
                <a:cubicBezTo>
                  <a:pt x="149461" y="155321"/>
                  <a:pt x="148363" y="155693"/>
                  <a:pt x="146837" y="155879"/>
                </a:cubicBezTo>
                <a:cubicBezTo>
                  <a:pt x="145312" y="156065"/>
                  <a:pt x="143284" y="156158"/>
                  <a:pt x="140754" y="156158"/>
                </a:cubicBezTo>
                <a:cubicBezTo>
                  <a:pt x="138373" y="156158"/>
                  <a:pt x="136512" y="156102"/>
                  <a:pt x="135173" y="155990"/>
                </a:cubicBezTo>
                <a:cubicBezTo>
                  <a:pt x="133834" y="155879"/>
                  <a:pt x="132773" y="155674"/>
                  <a:pt x="131992" y="155376"/>
                </a:cubicBezTo>
                <a:cubicBezTo>
                  <a:pt x="131211" y="155079"/>
                  <a:pt x="130615" y="154725"/>
                  <a:pt x="130206" y="154316"/>
                </a:cubicBezTo>
                <a:cubicBezTo>
                  <a:pt x="129797" y="153907"/>
                  <a:pt x="129443" y="153367"/>
                  <a:pt x="129146" y="152698"/>
                </a:cubicBezTo>
                <a:lnTo>
                  <a:pt x="96999" y="95213"/>
                </a:lnTo>
                <a:lnTo>
                  <a:pt x="64517" y="152698"/>
                </a:lnTo>
                <a:cubicBezTo>
                  <a:pt x="64145" y="153367"/>
                  <a:pt x="63736" y="153925"/>
                  <a:pt x="63289" y="154372"/>
                </a:cubicBezTo>
                <a:cubicBezTo>
                  <a:pt x="62843" y="154818"/>
                  <a:pt x="62229" y="155172"/>
                  <a:pt x="61447" y="155432"/>
                </a:cubicBezTo>
                <a:cubicBezTo>
                  <a:pt x="60666" y="155693"/>
                  <a:pt x="59606" y="155879"/>
                  <a:pt x="58266" y="155990"/>
                </a:cubicBezTo>
                <a:cubicBezTo>
                  <a:pt x="56927" y="156102"/>
                  <a:pt x="55141" y="156158"/>
                  <a:pt x="52908" y="156158"/>
                </a:cubicBezTo>
                <a:cubicBezTo>
                  <a:pt x="50453" y="156158"/>
                  <a:pt x="48518" y="156065"/>
                  <a:pt x="47104" y="155879"/>
                </a:cubicBezTo>
                <a:cubicBezTo>
                  <a:pt x="45690" y="155693"/>
                  <a:pt x="44704" y="155321"/>
                  <a:pt x="44146" y="154762"/>
                </a:cubicBezTo>
                <a:cubicBezTo>
                  <a:pt x="43588" y="154204"/>
                  <a:pt x="43402" y="153442"/>
                  <a:pt x="43588" y="152474"/>
                </a:cubicBezTo>
                <a:cubicBezTo>
                  <a:pt x="43774" y="151507"/>
                  <a:pt x="44351" y="150205"/>
                  <a:pt x="45318" y="148568"/>
                </a:cubicBezTo>
                <a:lnTo>
                  <a:pt x="84720" y="82153"/>
                </a:lnTo>
                <a:lnTo>
                  <a:pt x="47104" y="17971"/>
                </a:lnTo>
                <a:cubicBezTo>
                  <a:pt x="46211" y="16334"/>
                  <a:pt x="45634" y="15013"/>
                  <a:pt x="45374" y="14008"/>
                </a:cubicBezTo>
                <a:cubicBezTo>
                  <a:pt x="45113" y="13004"/>
                  <a:pt x="45281" y="12222"/>
                  <a:pt x="45876" y="11664"/>
                </a:cubicBezTo>
                <a:cubicBezTo>
                  <a:pt x="46471" y="11106"/>
                  <a:pt x="47513" y="10753"/>
                  <a:pt x="49002" y="10604"/>
                </a:cubicBezTo>
                <a:cubicBezTo>
                  <a:pt x="50490" y="10455"/>
                  <a:pt x="52536" y="10381"/>
                  <a:pt x="55141" y="10381"/>
                </a:cubicBezTo>
                <a:close/>
                <a:moveTo>
                  <a:pt x="9599" y="10381"/>
                </a:moveTo>
                <a:cubicBezTo>
                  <a:pt x="11460" y="10381"/>
                  <a:pt x="13004" y="10474"/>
                  <a:pt x="14232" y="10660"/>
                </a:cubicBezTo>
                <a:cubicBezTo>
                  <a:pt x="15460" y="10846"/>
                  <a:pt x="16445" y="11069"/>
                  <a:pt x="17190" y="11329"/>
                </a:cubicBezTo>
                <a:cubicBezTo>
                  <a:pt x="17934" y="11590"/>
                  <a:pt x="18455" y="11943"/>
                  <a:pt x="18752" y="12390"/>
                </a:cubicBezTo>
                <a:cubicBezTo>
                  <a:pt x="19050" y="12836"/>
                  <a:pt x="19199" y="13357"/>
                  <a:pt x="19199" y="13952"/>
                </a:cubicBezTo>
                <a:lnTo>
                  <a:pt x="19199" y="152586"/>
                </a:lnTo>
                <a:cubicBezTo>
                  <a:pt x="19199" y="153181"/>
                  <a:pt x="19050" y="153702"/>
                  <a:pt x="18752" y="154149"/>
                </a:cubicBezTo>
                <a:cubicBezTo>
                  <a:pt x="18455" y="154595"/>
                  <a:pt x="17934" y="154949"/>
                  <a:pt x="17190" y="155209"/>
                </a:cubicBezTo>
                <a:cubicBezTo>
                  <a:pt x="16445" y="155469"/>
                  <a:pt x="15460" y="155693"/>
                  <a:pt x="14232" y="155879"/>
                </a:cubicBezTo>
                <a:cubicBezTo>
                  <a:pt x="13004" y="156065"/>
                  <a:pt x="11460" y="156158"/>
                  <a:pt x="9599" y="156158"/>
                </a:cubicBezTo>
                <a:cubicBezTo>
                  <a:pt x="7813" y="156158"/>
                  <a:pt x="6288" y="156065"/>
                  <a:pt x="5023" y="155879"/>
                </a:cubicBezTo>
                <a:cubicBezTo>
                  <a:pt x="3758" y="155693"/>
                  <a:pt x="2753" y="155469"/>
                  <a:pt x="2009" y="155209"/>
                </a:cubicBezTo>
                <a:cubicBezTo>
                  <a:pt x="1265" y="154949"/>
                  <a:pt x="744" y="154595"/>
                  <a:pt x="446" y="154149"/>
                </a:cubicBezTo>
                <a:cubicBezTo>
                  <a:pt x="149" y="153702"/>
                  <a:pt x="0" y="153181"/>
                  <a:pt x="0" y="152586"/>
                </a:cubicBezTo>
                <a:lnTo>
                  <a:pt x="0" y="13952"/>
                </a:lnTo>
                <a:cubicBezTo>
                  <a:pt x="0" y="13357"/>
                  <a:pt x="167" y="12836"/>
                  <a:pt x="502" y="12390"/>
                </a:cubicBezTo>
                <a:cubicBezTo>
                  <a:pt x="837" y="11943"/>
                  <a:pt x="1395" y="11590"/>
                  <a:pt x="2176" y="11329"/>
                </a:cubicBezTo>
                <a:cubicBezTo>
                  <a:pt x="2958" y="11069"/>
                  <a:pt x="3962" y="10846"/>
                  <a:pt x="5190" y="10660"/>
                </a:cubicBezTo>
                <a:cubicBezTo>
                  <a:pt x="6418" y="10474"/>
                  <a:pt x="7888" y="10381"/>
                  <a:pt x="9599" y="10381"/>
                </a:cubicBezTo>
                <a:close/>
                <a:moveTo>
                  <a:pt x="7724078" y="7367"/>
                </a:moveTo>
                <a:cubicBezTo>
                  <a:pt x="7728394" y="7367"/>
                  <a:pt x="7731352" y="8130"/>
                  <a:pt x="7732952" y="9655"/>
                </a:cubicBezTo>
                <a:cubicBezTo>
                  <a:pt x="7734552" y="11181"/>
                  <a:pt x="7735352" y="14064"/>
                  <a:pt x="7735352" y="18306"/>
                </a:cubicBezTo>
                <a:cubicBezTo>
                  <a:pt x="7735352" y="22622"/>
                  <a:pt x="7734533" y="25561"/>
                  <a:pt x="7732896" y="27124"/>
                </a:cubicBezTo>
                <a:cubicBezTo>
                  <a:pt x="7731259" y="28686"/>
                  <a:pt x="7728245" y="29468"/>
                  <a:pt x="7723855" y="29468"/>
                </a:cubicBezTo>
                <a:cubicBezTo>
                  <a:pt x="7719539" y="29468"/>
                  <a:pt x="7716581" y="28705"/>
                  <a:pt x="7714981" y="27180"/>
                </a:cubicBezTo>
                <a:cubicBezTo>
                  <a:pt x="7713381" y="25654"/>
                  <a:pt x="7712581" y="22771"/>
                  <a:pt x="7712581" y="18529"/>
                </a:cubicBezTo>
                <a:cubicBezTo>
                  <a:pt x="7712581" y="14213"/>
                  <a:pt x="7713399" y="11274"/>
                  <a:pt x="7715037" y="9711"/>
                </a:cubicBezTo>
                <a:cubicBezTo>
                  <a:pt x="7716674" y="8148"/>
                  <a:pt x="7719687" y="7367"/>
                  <a:pt x="7724078" y="7367"/>
                </a:cubicBezTo>
                <a:close/>
                <a:moveTo>
                  <a:pt x="7904941" y="0"/>
                </a:moveTo>
                <a:cubicBezTo>
                  <a:pt x="7906801" y="0"/>
                  <a:pt x="7908327" y="74"/>
                  <a:pt x="7909517" y="223"/>
                </a:cubicBezTo>
                <a:cubicBezTo>
                  <a:pt x="7910708" y="372"/>
                  <a:pt x="7911638" y="595"/>
                  <a:pt x="7912308" y="893"/>
                </a:cubicBezTo>
                <a:cubicBezTo>
                  <a:pt x="7912978" y="1190"/>
                  <a:pt x="7913461" y="1563"/>
                  <a:pt x="7913759" y="2009"/>
                </a:cubicBezTo>
                <a:cubicBezTo>
                  <a:pt x="7914057" y="2456"/>
                  <a:pt x="7914206" y="2976"/>
                  <a:pt x="7914206" y="3572"/>
                </a:cubicBezTo>
                <a:lnTo>
                  <a:pt x="7914206" y="152698"/>
                </a:lnTo>
                <a:cubicBezTo>
                  <a:pt x="7914206" y="153293"/>
                  <a:pt x="7914057" y="153795"/>
                  <a:pt x="7913759" y="154204"/>
                </a:cubicBezTo>
                <a:cubicBezTo>
                  <a:pt x="7913461" y="154614"/>
                  <a:pt x="7912978" y="154967"/>
                  <a:pt x="7912308" y="155265"/>
                </a:cubicBezTo>
                <a:cubicBezTo>
                  <a:pt x="7911638" y="155562"/>
                  <a:pt x="7910708" y="155786"/>
                  <a:pt x="7909517" y="155935"/>
                </a:cubicBezTo>
                <a:cubicBezTo>
                  <a:pt x="7908327" y="156083"/>
                  <a:pt x="7906801" y="156158"/>
                  <a:pt x="7904941" y="156158"/>
                </a:cubicBezTo>
                <a:cubicBezTo>
                  <a:pt x="7903155" y="156158"/>
                  <a:pt x="7901667" y="156083"/>
                  <a:pt x="7900476" y="155935"/>
                </a:cubicBezTo>
                <a:cubicBezTo>
                  <a:pt x="7899285" y="155786"/>
                  <a:pt x="7898337" y="155562"/>
                  <a:pt x="7897630" y="155265"/>
                </a:cubicBezTo>
                <a:cubicBezTo>
                  <a:pt x="7896923" y="154967"/>
                  <a:pt x="7896439" y="154614"/>
                  <a:pt x="7896179" y="154204"/>
                </a:cubicBezTo>
                <a:cubicBezTo>
                  <a:pt x="7895918" y="153795"/>
                  <a:pt x="7895788" y="153293"/>
                  <a:pt x="7895788" y="152698"/>
                </a:cubicBezTo>
                <a:lnTo>
                  <a:pt x="7895788" y="3572"/>
                </a:lnTo>
                <a:cubicBezTo>
                  <a:pt x="7895788" y="2976"/>
                  <a:pt x="7895918" y="2456"/>
                  <a:pt x="7896179" y="2009"/>
                </a:cubicBezTo>
                <a:cubicBezTo>
                  <a:pt x="7896439" y="1563"/>
                  <a:pt x="7896923" y="1190"/>
                  <a:pt x="7897630" y="893"/>
                </a:cubicBezTo>
                <a:cubicBezTo>
                  <a:pt x="7898337" y="595"/>
                  <a:pt x="7899285" y="372"/>
                  <a:pt x="7900476" y="223"/>
                </a:cubicBezTo>
                <a:cubicBezTo>
                  <a:pt x="7901667" y="74"/>
                  <a:pt x="7903155" y="0"/>
                  <a:pt x="790494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637503-8137-4C27-BE67-FD92E2F99EB7}"/>
              </a:ext>
            </a:extLst>
          </p:cNvPr>
          <p:cNvSpPr txBox="1"/>
          <p:nvPr/>
        </p:nvSpPr>
        <p:spPr>
          <a:xfrm>
            <a:off x="1594143" y="1452720"/>
            <a:ext cx="60363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Gulistan Shah Abdul Latif Boy’s Higher Secondary School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0304E0-E19C-47DE-A07C-44DCBC5E6A89}"/>
              </a:ext>
            </a:extLst>
          </p:cNvPr>
          <p:cNvSpPr txBox="1"/>
          <p:nvPr/>
        </p:nvSpPr>
        <p:spPr>
          <a:xfrm>
            <a:off x="1467743" y="2286972"/>
            <a:ext cx="67952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Class Presentation Of Topics: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BBB0FB-C945-40CE-BFE3-9D14A538E70B}"/>
              </a:ext>
            </a:extLst>
          </p:cNvPr>
          <p:cNvSpPr txBox="1"/>
          <p:nvPr/>
        </p:nvSpPr>
        <p:spPr>
          <a:xfrm flipH="1">
            <a:off x="1594141" y="3429000"/>
            <a:ext cx="57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Biological Method with example of Dengue Fever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Theory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Law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E636CC-2264-4DD9-9CD5-B96BE60E2945}"/>
              </a:ext>
            </a:extLst>
          </p:cNvPr>
          <p:cNvSpPr txBox="1"/>
          <p:nvPr/>
        </p:nvSpPr>
        <p:spPr>
          <a:xfrm>
            <a:off x="2731767" y="6071504"/>
            <a:ext cx="42671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Presented by: Muhammad Sahal Shahzad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754FBD1-BE46-49BE-A0E3-CBF238A46F0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486" y="172883"/>
            <a:ext cx="1015881" cy="117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1953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4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0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/>
      <p:bldP spid="5" grpId="0"/>
      <p:bldP spid="6" grpId="0" build="p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DEB420-CCF4-4606-8751-F7BB2F1DA15A}"/>
              </a:ext>
            </a:extLst>
          </p:cNvPr>
          <p:cNvSpPr txBox="1"/>
          <p:nvPr/>
        </p:nvSpPr>
        <p:spPr>
          <a:xfrm>
            <a:off x="1005840" y="508000"/>
            <a:ext cx="7457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1. Biological Method with example of Dengue Fever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34C111-EA65-4226-BFC3-5E8000264E54}"/>
              </a:ext>
            </a:extLst>
          </p:cNvPr>
          <p:cNvSpPr txBox="1"/>
          <p:nvPr/>
        </p:nvSpPr>
        <p:spPr>
          <a:xfrm>
            <a:off x="1005840" y="1176853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1.1: Biological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48F6AC-B792-409F-A701-A76A087510D5}"/>
              </a:ext>
            </a:extLst>
          </p:cNvPr>
          <p:cNvSpPr txBox="1"/>
          <p:nvPr/>
        </p:nvSpPr>
        <p:spPr>
          <a:xfrm flipH="1">
            <a:off x="1005840" y="1703782"/>
            <a:ext cx="69240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The system of advancing knowledge by formulating a question, collecting data about it through observation and experiment, and testing a hypothetical answer about living things is called biological method.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F3C39E-565E-4D71-886C-97C93D0CF00A}"/>
              </a:ext>
            </a:extLst>
          </p:cNvPr>
          <p:cNvSpPr txBox="1"/>
          <p:nvPr/>
        </p:nvSpPr>
        <p:spPr>
          <a:xfrm>
            <a:off x="1005840" y="3700115"/>
            <a:ext cx="2949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1.2: Biological Problems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CF08AF-1849-473B-8582-07AF786417C6}"/>
              </a:ext>
            </a:extLst>
          </p:cNvPr>
          <p:cNvSpPr txBox="1"/>
          <p:nvPr/>
        </p:nvSpPr>
        <p:spPr>
          <a:xfrm>
            <a:off x="995975" y="4203819"/>
            <a:ext cx="69240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You are familiar with the disease of dengue which spread through a female </a:t>
            </a:r>
            <a:r>
              <a:rPr lang="en-US" i="1" dirty="0"/>
              <a:t>Aedes aegypti</a:t>
            </a:r>
            <a:r>
              <a:rPr lang="en-US" dirty="0"/>
              <a:t> mosquito. For a long time, Dengue Fever caused illness in many people, but its actual cause was unknown. It was thought that the dengue is caused by heat and normal fever.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8C7CB0-42C6-4BA8-850F-16DFE381B073}"/>
              </a:ext>
            </a:extLst>
          </p:cNvPr>
          <p:cNvSpPr txBox="1"/>
          <p:nvPr/>
        </p:nvSpPr>
        <p:spPr>
          <a:xfrm>
            <a:off x="995975" y="3196411"/>
            <a:ext cx="37818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1.2: Steps Of Biological Method</a:t>
            </a:r>
          </a:p>
        </p:txBody>
      </p:sp>
    </p:spTree>
    <p:extLst>
      <p:ext uri="{BB962C8B-B14F-4D97-AF65-F5344CB8AC3E}">
        <p14:creationId xmlns:p14="http://schemas.microsoft.com/office/powerpoint/2010/main" val="37874149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679904-8A33-4EA0-8052-46FD6F7B9FD5}"/>
              </a:ext>
            </a:extLst>
          </p:cNvPr>
          <p:cNvSpPr txBox="1"/>
          <p:nvPr/>
        </p:nvSpPr>
        <p:spPr>
          <a:xfrm>
            <a:off x="1198880" y="680720"/>
            <a:ext cx="2103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1.3: Observation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323A59-FCD6-4F69-BF46-4BDB4BF0F7D2}"/>
              </a:ext>
            </a:extLst>
          </p:cNvPr>
          <p:cNvSpPr txBox="1"/>
          <p:nvPr/>
        </p:nvSpPr>
        <p:spPr>
          <a:xfrm flipH="1">
            <a:off x="1198880" y="1212116"/>
            <a:ext cx="70713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In the 1940s, several cases of dengue fever appeared in the city of Nagasaki, Japan. A Japanese scientist, </a:t>
            </a:r>
            <a:r>
              <a:rPr lang="en-US" b="1" dirty="0"/>
              <a:t>Dr. Susumu Hotta</a:t>
            </a:r>
            <a:r>
              <a:rPr lang="en-US" dirty="0"/>
              <a:t>, studied these patients closely. In </a:t>
            </a:r>
            <a:r>
              <a:rPr lang="en-US" b="1" dirty="0"/>
              <a:t>1943</a:t>
            </a:r>
            <a:r>
              <a:rPr lang="en-US" dirty="0"/>
              <a:t>, he successfully isolated the dengue virus from a patient's blood for the first time. He examined the blood samples of dengue patients under the microscope and through laboratory tests, and found a virus in them, which was later named the </a:t>
            </a:r>
            <a:r>
              <a:rPr lang="en-US" b="1" dirty="0"/>
              <a:t>Dengue Virus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So the observation was: "Dengue Virus is present in the blood of dengue patients."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E057F-EE04-40FB-B1A7-95E541914219}"/>
              </a:ext>
            </a:extLst>
          </p:cNvPr>
          <p:cNvSpPr txBox="1"/>
          <p:nvPr/>
        </p:nvSpPr>
        <p:spPr>
          <a:xfrm>
            <a:off x="1198880" y="4699952"/>
            <a:ext cx="7071360" cy="1200329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Before Dr. Hotta's discovery, two American scientists — </a:t>
            </a:r>
            <a:r>
              <a:rPr lang="en-US" b="1" dirty="0"/>
              <a:t>Ashburn and Craig</a:t>
            </a:r>
            <a:r>
              <a:rPr lang="en-US" dirty="0"/>
              <a:t> — had shown in </a:t>
            </a:r>
            <a:r>
              <a:rPr lang="en-US" b="1" dirty="0"/>
              <a:t>1907</a:t>
            </a:r>
            <a:r>
              <a:rPr lang="en-US" dirty="0"/>
              <a:t> that dengue was caused by a "filterable agent" (i.e., a virus), not bacteria. However, the credit for actually isolating the dengue virus goes to Dr. Hotta in 1943.</a:t>
            </a:r>
          </a:p>
        </p:txBody>
      </p:sp>
    </p:spTree>
    <p:extLst>
      <p:ext uri="{BB962C8B-B14F-4D97-AF65-F5344CB8AC3E}">
        <p14:creationId xmlns:p14="http://schemas.microsoft.com/office/powerpoint/2010/main" val="90507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04AB2D-094E-4CD4-9FB6-FD33C8EFFC80}"/>
              </a:ext>
            </a:extLst>
          </p:cNvPr>
          <p:cNvSpPr txBox="1"/>
          <p:nvPr/>
        </p:nvSpPr>
        <p:spPr>
          <a:xfrm>
            <a:off x="1117600" y="670560"/>
            <a:ext cx="2001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1.4: Hypothesis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7D53F0-4AA7-4733-9EF9-6E25F6459D1E}"/>
              </a:ext>
            </a:extLst>
          </p:cNvPr>
          <p:cNvSpPr txBox="1"/>
          <p:nvPr/>
        </p:nvSpPr>
        <p:spPr>
          <a:xfrm>
            <a:off x="1117600" y="1259840"/>
            <a:ext cx="69392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Based on this observation, in 1943, Dr. Hotta formed an intelligent guess (hypothesis): "Dengue Virus is the cause of Dengue Fever.“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This was only a guess, which needed to be tested.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0C52C2-8B3A-4A82-9E37-E36FACAF4519}"/>
              </a:ext>
            </a:extLst>
          </p:cNvPr>
          <p:cNvSpPr txBox="1"/>
          <p:nvPr/>
        </p:nvSpPr>
        <p:spPr>
          <a:xfrm>
            <a:off x="1117600" y="3028890"/>
            <a:ext cx="32664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1.5: Reasoning (Deductive)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FE6EBB-62CB-4B46-93F0-875806654DAB}"/>
              </a:ext>
            </a:extLst>
          </p:cNvPr>
          <p:cNvSpPr txBox="1"/>
          <p:nvPr/>
        </p:nvSpPr>
        <p:spPr>
          <a:xfrm>
            <a:off x="1117600" y="3567728"/>
            <a:ext cx="6939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An "if-then" statement was used to form a deduction: "If Dengue Virus is the cause of dengue, then all dengue patients should have this virus in their blood."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77ED23-A0B1-4DA5-9090-12FBE58319BC}"/>
              </a:ext>
            </a:extLst>
          </p:cNvPr>
          <p:cNvSpPr txBox="1"/>
          <p:nvPr/>
        </p:nvSpPr>
        <p:spPr>
          <a:xfrm>
            <a:off x="1117600" y="4754880"/>
            <a:ext cx="20345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1.6: Experiment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468F8F-55E2-4DEE-8485-5458214E1BF4}"/>
              </a:ext>
            </a:extLst>
          </p:cNvPr>
          <p:cNvSpPr txBox="1"/>
          <p:nvPr/>
        </p:nvSpPr>
        <p:spPr>
          <a:xfrm>
            <a:off x="1117600" y="5310277"/>
            <a:ext cx="6939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/>
            <a:r>
              <a:rPr lang="en-US" dirty="0"/>
              <a:t>To test this deduction, two groups were formed: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b="1" dirty="0"/>
              <a:t> Experimental Group:</a:t>
            </a:r>
            <a:r>
              <a:rPr lang="en-US" dirty="0"/>
              <a:t> Blood samples of dengue patients</a:t>
            </a:r>
          </a:p>
          <a:p>
            <a:pPr algn="just" rtl="0">
              <a:buFont typeface="Arial" panose="020B0604020202020204" pitchFamily="34" charset="0"/>
              <a:buChar char="•"/>
            </a:pPr>
            <a:r>
              <a:rPr lang="en-US" b="1" dirty="0"/>
              <a:t> Control Group:</a:t>
            </a:r>
            <a:r>
              <a:rPr lang="en-US" dirty="0"/>
              <a:t> Blood samples of healthy people</a:t>
            </a:r>
          </a:p>
          <a:p>
            <a:pPr algn="just" rtl="0"/>
            <a:r>
              <a:rPr lang="en-US" dirty="0"/>
              <a:t>Both groups' blood samples were examined in the laboratory.</a:t>
            </a:r>
          </a:p>
        </p:txBody>
      </p:sp>
    </p:spTree>
    <p:extLst>
      <p:ext uri="{BB962C8B-B14F-4D97-AF65-F5344CB8AC3E}">
        <p14:creationId xmlns:p14="http://schemas.microsoft.com/office/powerpoint/2010/main" val="268943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1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6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1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5" grpId="0"/>
      <p:bldP spid="6" grpId="0"/>
      <p:bldP spid="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D0C1DD-0FD2-4548-9A4C-FC694F12F80D}"/>
              </a:ext>
            </a:extLst>
          </p:cNvPr>
          <p:cNvSpPr txBox="1"/>
          <p:nvPr/>
        </p:nvSpPr>
        <p:spPr>
          <a:xfrm>
            <a:off x="1209040" y="690880"/>
            <a:ext cx="14182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1.7: Result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CB195-9C63-445D-852C-CAA831741002}"/>
              </a:ext>
            </a:extLst>
          </p:cNvPr>
          <p:cNvSpPr txBox="1"/>
          <p:nvPr/>
        </p:nvSpPr>
        <p:spPr>
          <a:xfrm>
            <a:off x="1209040" y="1249680"/>
            <a:ext cx="7040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All dengue patients (experimental group) had Dengue Virus present in their blood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Healthy people (control group) had no Dengue Virus in their blood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40C3B-7642-4DCF-A81D-5691142F5E91}"/>
              </a:ext>
            </a:extLst>
          </p:cNvPr>
          <p:cNvSpPr txBox="1"/>
          <p:nvPr/>
        </p:nvSpPr>
        <p:spPr>
          <a:xfrm>
            <a:off x="1209040" y="2824480"/>
            <a:ext cx="19479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1.8: Conclusion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760EE6-A070-468F-909E-688E14A2B275}"/>
              </a:ext>
            </a:extLst>
          </p:cNvPr>
          <p:cNvSpPr txBox="1"/>
          <p:nvPr/>
        </p:nvSpPr>
        <p:spPr>
          <a:xfrm>
            <a:off x="1209040" y="3317240"/>
            <a:ext cx="7040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"Dengue Virus is the actual cause of Dengue Fever." This confirmed (supported) the hypothesis, as the experimental results matched it.</a:t>
            </a:r>
          </a:p>
        </p:txBody>
      </p:sp>
    </p:spTree>
    <p:extLst>
      <p:ext uri="{BB962C8B-B14F-4D97-AF65-F5344CB8AC3E}">
        <p14:creationId xmlns:p14="http://schemas.microsoft.com/office/powerpoint/2010/main" val="2095573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D76FA0-622E-440A-B5AF-966A6919EFB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483" t="4983" r="13483" b="5336"/>
          <a:stretch/>
        </p:blipFill>
        <p:spPr>
          <a:xfrm>
            <a:off x="1737358" y="1513574"/>
            <a:ext cx="6492241" cy="461290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4BB1E2-3920-4148-893B-CF73FED95939}"/>
              </a:ext>
            </a:extLst>
          </p:cNvPr>
          <p:cNvSpPr txBox="1"/>
          <p:nvPr/>
        </p:nvSpPr>
        <p:spPr>
          <a:xfrm>
            <a:off x="1737358" y="731519"/>
            <a:ext cx="42755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1.9: Flowchart of Biological Method</a:t>
            </a:r>
          </a:p>
        </p:txBody>
      </p:sp>
    </p:spTree>
    <p:extLst>
      <p:ext uri="{BB962C8B-B14F-4D97-AF65-F5344CB8AC3E}">
        <p14:creationId xmlns:p14="http://schemas.microsoft.com/office/powerpoint/2010/main" val="22188995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3670AC-B5B9-4F30-A3CC-9C593954267D}"/>
              </a:ext>
            </a:extLst>
          </p:cNvPr>
          <p:cNvSpPr txBox="1"/>
          <p:nvPr/>
        </p:nvSpPr>
        <p:spPr>
          <a:xfrm>
            <a:off x="682013" y="591671"/>
            <a:ext cx="38605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1.10: Life Cycle of Dengue Virus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AFD539-B8D7-43C6-B4F5-7BDAB41E0A16}"/>
              </a:ext>
            </a:extLst>
          </p:cNvPr>
          <p:cNvSpPr txBox="1"/>
          <p:nvPr/>
        </p:nvSpPr>
        <p:spPr>
          <a:xfrm>
            <a:off x="682013" y="1188016"/>
            <a:ext cx="856238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Biting an infected person: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female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Aedes aegypti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mosquito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bites a person who is already infected with the dengue virus, and sucks their blood.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b="1" dirty="0"/>
              <a:t>Virus enters the mosquito:</a:t>
            </a:r>
            <a:r>
              <a:rPr lang="en-US" dirty="0"/>
              <a:t> Along with the blood, the dengue virus enters the mosquito's body.</a:t>
            </a:r>
            <a:endParaRPr lang="en-US" dirty="0">
              <a:latin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b="1" dirty="0"/>
              <a:t>Virus develops inside the mosquito:</a:t>
            </a:r>
            <a:r>
              <a:rPr lang="en-US" dirty="0"/>
              <a:t> Inside the mosquito's body, the virus multiplies and moves into its salivary glands. This stage usually takes about 8–12 days and is called the </a:t>
            </a:r>
            <a:r>
              <a:rPr lang="en-US" b="1" dirty="0"/>
              <a:t>Extrinsic Incubation Period</a:t>
            </a:r>
            <a:r>
              <a:rPr lang="en-US" dirty="0"/>
              <a:t>.</a:t>
            </a:r>
            <a:endParaRPr lang="en-US" dirty="0">
              <a:latin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b="1" dirty="0"/>
              <a:t>Mosquito becomes infectious:</a:t>
            </a:r>
            <a:r>
              <a:rPr lang="en-US" dirty="0"/>
              <a:t> Once the virus reaches the salivary glands, the mosquito becomes capable of spreading the virus for the rest of its life.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b="1" dirty="0"/>
              <a:t>Biting a healthy person:</a:t>
            </a:r>
            <a:r>
              <a:rPr lang="en-US" dirty="0"/>
              <a:t> When this infected mosquito bites a healthy person, it injects its saliva (containing the virus) into that person's blood.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b="1" dirty="0"/>
              <a:t>Virus enters human body:</a:t>
            </a:r>
            <a:r>
              <a:rPr lang="en-US" dirty="0"/>
              <a:t> The dengue virus now enters the healthy person's bloodstream and starts multiplying.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b="1" dirty="0">
                <a:latin typeface="Arial" panose="020B0604020202020204" pitchFamily="34" charset="0"/>
              </a:rPr>
              <a:t>I</a:t>
            </a:r>
            <a:r>
              <a:rPr lang="en-US" b="1" dirty="0"/>
              <a:t>ncubation period in humans:</a:t>
            </a:r>
            <a:r>
              <a:rPr lang="en-US" dirty="0"/>
              <a:t> After 4–10 days (called the </a:t>
            </a:r>
            <a:r>
              <a:rPr lang="en-US" b="1" dirty="0"/>
              <a:t>Intrinsic Incubation Period</a:t>
            </a:r>
            <a:r>
              <a:rPr lang="en-US" dirty="0"/>
              <a:t>), the person starts showing symptoms of dengue fever, such as high fever, headache, joint pain, and rashes.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b="1" dirty="0">
                <a:latin typeface="Arial" panose="020B0604020202020204" pitchFamily="34" charset="0"/>
              </a:rPr>
              <a:t>C</a:t>
            </a:r>
            <a:r>
              <a:rPr lang="en-US" b="1" dirty="0"/>
              <a:t>ycle continues:</a:t>
            </a:r>
            <a:r>
              <a:rPr lang="en-US" dirty="0"/>
              <a:t> If another mosquito bites this newly infected person, the cycle repeats and the disease keeps spreading.</a:t>
            </a:r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827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2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2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2DF3EC-F503-44E5-A477-3B76F53F206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4621" y="187334"/>
            <a:ext cx="4151419" cy="6445624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C149BD-AD67-4A11-9FA9-BEBBEA264F6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671" y="562653"/>
            <a:ext cx="4840941" cy="57326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0ADEA4-6BD1-4C22-A752-60C668D0DAFC}"/>
              </a:ext>
            </a:extLst>
          </p:cNvPr>
          <p:cNvSpPr txBox="1"/>
          <p:nvPr/>
        </p:nvSpPr>
        <p:spPr>
          <a:xfrm>
            <a:off x="244782" y="690283"/>
            <a:ext cx="51878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1.11: Diagrams of Lifecycle of Dengue Virus</a:t>
            </a:r>
          </a:p>
        </p:txBody>
      </p:sp>
    </p:spTree>
    <p:extLst>
      <p:ext uri="{BB962C8B-B14F-4D97-AF65-F5344CB8AC3E}">
        <p14:creationId xmlns:p14="http://schemas.microsoft.com/office/powerpoint/2010/main" val="31998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8C4CE3-3DAA-4E1B-9B13-D47178A9DF2A}"/>
              </a:ext>
            </a:extLst>
          </p:cNvPr>
          <p:cNvSpPr txBox="1"/>
          <p:nvPr/>
        </p:nvSpPr>
        <p:spPr>
          <a:xfrm>
            <a:off x="996472" y="770444"/>
            <a:ext cx="15929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2. Theory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14FB71-878A-4831-A397-B307D3B8FA8B}"/>
              </a:ext>
            </a:extLst>
          </p:cNvPr>
          <p:cNvSpPr txBox="1"/>
          <p:nvPr/>
        </p:nvSpPr>
        <p:spPr>
          <a:xfrm>
            <a:off x="996472" y="1507175"/>
            <a:ext cx="85971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After the conclusion is reached, if the same hypothesis is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tested again and again by many different scientists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in different places, and every time the results support it — then that hypothesis becomes stronger and stronger.</a:t>
            </a:r>
          </a:p>
          <a:p>
            <a:pPr algn="just" rtl="0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rt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 a hypothesis has been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tested repeatedly over a long period of time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and is supported by a large amount of evidence from many experiments, it becomes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Theory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A92F14-E741-49A0-9AA4-1953A0917334}"/>
              </a:ext>
            </a:extLst>
          </p:cNvPr>
          <p:cNvSpPr txBox="1"/>
          <p:nvPr/>
        </p:nvSpPr>
        <p:spPr>
          <a:xfrm>
            <a:off x="996472" y="3815499"/>
            <a:ext cx="18501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2.1: Definition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A351E0-F65E-4150-BDF9-0D7737C8CF06}"/>
              </a:ext>
            </a:extLst>
          </p:cNvPr>
          <p:cNvSpPr txBox="1"/>
          <p:nvPr/>
        </p:nvSpPr>
        <p:spPr>
          <a:xfrm>
            <a:off x="996472" y="4304076"/>
            <a:ext cx="81095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A theory is a well-tested, well-supported explanation of some aspect of the natural world, based on facts that have been repeatedly confirmed through observation and experimentation.</a:t>
            </a:r>
          </a:p>
        </p:txBody>
      </p:sp>
    </p:spTree>
    <p:extLst>
      <p:ext uri="{BB962C8B-B14F-4D97-AF65-F5344CB8AC3E}">
        <p14:creationId xmlns:p14="http://schemas.microsoft.com/office/powerpoint/2010/main" val="12884899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A0ECCC-D739-48C3-AFC5-9B91A5D3FC04}"/>
              </a:ext>
            </a:extLst>
          </p:cNvPr>
          <p:cNvSpPr txBox="1"/>
          <p:nvPr/>
        </p:nvSpPr>
        <p:spPr>
          <a:xfrm>
            <a:off x="1057834" y="707177"/>
            <a:ext cx="37203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2.2: Key points about Theory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A9F104-FB38-4BC5-8A42-C2357E84968C}"/>
              </a:ext>
            </a:extLst>
          </p:cNvPr>
          <p:cNvSpPr txBox="1"/>
          <p:nvPr/>
        </p:nvSpPr>
        <p:spPr>
          <a:xfrm>
            <a:off x="1057834" y="1225651"/>
            <a:ext cx="76026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A theory is </a:t>
            </a:r>
            <a:r>
              <a:rPr lang="en-US" b="1" dirty="0"/>
              <a:t>not just a guess</a:t>
            </a:r>
            <a:r>
              <a:rPr lang="en-US" dirty="0"/>
              <a:t> — it is much stronger than a hypothesis, because it has been proven correct many times.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A theory can still be changed or improved in the future if new evidence is found.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A theory helps explain </a:t>
            </a:r>
            <a:r>
              <a:rPr lang="en-US" b="1" dirty="0"/>
              <a:t>why</a:t>
            </a:r>
            <a:r>
              <a:rPr lang="en-US" dirty="0"/>
              <a:t> something happens, not just </a:t>
            </a:r>
            <a:r>
              <a:rPr lang="en-US" b="1" dirty="0"/>
              <a:t>what</a:t>
            </a:r>
            <a:r>
              <a:rPr lang="en-US" dirty="0"/>
              <a:t> happens.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30611D-5446-4F38-8833-FC4A7A48E205}"/>
              </a:ext>
            </a:extLst>
          </p:cNvPr>
          <p:cNvSpPr txBox="1"/>
          <p:nvPr/>
        </p:nvSpPr>
        <p:spPr>
          <a:xfrm>
            <a:off x="1057834" y="3429000"/>
            <a:ext cx="45784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2.3: Example (connected to our topic)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A6CCB4-2D77-45F9-98D7-4BB397574963}"/>
              </a:ext>
            </a:extLst>
          </p:cNvPr>
          <p:cNvSpPr txBox="1"/>
          <p:nvPr/>
        </p:nvSpPr>
        <p:spPr>
          <a:xfrm>
            <a:off x="1057834" y="3947474"/>
            <a:ext cx="76026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The idea that "microorganisms (germs) like viruses, bacteria, and parasites cause disease" was tested again and again by many scientists over many years — for malaria (Plasmodium), for dengue (Dengue Virus), and for many other diseases. Because this idea was proven correct so many times, it became an accepted scientific theory called the </a:t>
            </a:r>
            <a:r>
              <a:rPr lang="en-US" b="1" dirty="0"/>
              <a:t>Germ Theory of Disease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0220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F4D904-5EF2-45E2-A768-86F462283E4B}"/>
              </a:ext>
            </a:extLst>
          </p:cNvPr>
          <p:cNvSpPr txBox="1"/>
          <p:nvPr/>
        </p:nvSpPr>
        <p:spPr>
          <a:xfrm>
            <a:off x="999240" y="461914"/>
            <a:ext cx="56655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2.4: Difference between Theory and Hypothesis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733ADCB4-5E5D-482D-B24C-07E8CFCA89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789470"/>
              </p:ext>
            </p:extLst>
          </p:nvPr>
        </p:nvGraphicFramePr>
        <p:xfrm>
          <a:off x="999240" y="1228713"/>
          <a:ext cx="7871384" cy="1874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692">
                  <a:extLst>
                    <a:ext uri="{9D8B030D-6E8A-4147-A177-3AD203B41FA5}">
                      <a16:colId xmlns:a16="http://schemas.microsoft.com/office/drawing/2014/main" val="1311429782"/>
                    </a:ext>
                  </a:extLst>
                </a:gridCol>
                <a:gridCol w="3935692">
                  <a:extLst>
                    <a:ext uri="{9D8B030D-6E8A-4147-A177-3AD203B41FA5}">
                      <a16:colId xmlns:a16="http://schemas.microsoft.com/office/drawing/2014/main" val="2387356782"/>
                    </a:ext>
                  </a:extLst>
                </a:gridCol>
              </a:tblGrid>
              <a:tr h="4116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Hypothesis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791527"/>
                  </a:ext>
                </a:extLst>
              </a:tr>
              <a:tr h="411615">
                <a:tc>
                  <a:txBody>
                    <a:bodyPr/>
                    <a:lstStyle/>
                    <a:p>
                      <a:r>
                        <a:rPr lang="en-US" dirty="0"/>
                        <a:t>An initial guess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well-tested 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25862"/>
                  </a:ext>
                </a:extLst>
              </a:tr>
              <a:tr h="411615">
                <a:tc>
                  <a:txBody>
                    <a:bodyPr/>
                    <a:lstStyle/>
                    <a:p>
                      <a:r>
                        <a:rPr lang="en-US" dirty="0"/>
                        <a:t>Based on limited observation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Based on many experiments and evidence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989207"/>
                  </a:ext>
                </a:extLst>
              </a:tr>
              <a:tr h="411615">
                <a:tc>
                  <a:txBody>
                    <a:bodyPr/>
                    <a:lstStyle/>
                    <a:p>
                      <a:r>
                        <a:rPr lang="en-US" dirty="0"/>
                        <a:t>Needs to be tested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Already tested many times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89432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417F46E-DE6D-49D0-9F79-D1338819D19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019" y="3592875"/>
            <a:ext cx="3226167" cy="3387673"/>
          </a:xfrm>
          <a:prstGeom prst="rect">
            <a:avLst/>
          </a:prstGeom>
          <a:ln>
            <a:noFill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133B0B-E993-4A6B-9614-03B9F10DFEA7}"/>
              </a:ext>
            </a:extLst>
          </p:cNvPr>
          <p:cNvSpPr txBox="1"/>
          <p:nvPr/>
        </p:nvSpPr>
        <p:spPr>
          <a:xfrm>
            <a:off x="999240" y="3392820"/>
            <a:ext cx="3810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2.5: Diagrams related to theory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378BC6-9512-4E29-ADDF-742958AD2C7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40" y="4282167"/>
            <a:ext cx="4986779" cy="1994712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147937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C0EF5B-5352-4E33-92CE-EAC1148D5009}"/>
              </a:ext>
            </a:extLst>
          </p:cNvPr>
          <p:cNvSpPr txBox="1"/>
          <p:nvPr/>
        </p:nvSpPr>
        <p:spPr>
          <a:xfrm>
            <a:off x="1046374" y="616731"/>
            <a:ext cx="10999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3. Law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FF9D64-79F5-4A43-9FF3-6CA8503B3EA4}"/>
              </a:ext>
            </a:extLst>
          </p:cNvPr>
          <p:cNvSpPr txBox="1"/>
          <p:nvPr/>
        </p:nvSpPr>
        <p:spPr>
          <a:xfrm>
            <a:off x="1046373" y="1194564"/>
            <a:ext cx="776768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A </a:t>
            </a:r>
            <a:r>
              <a:rPr lang="en-US" b="1" dirty="0"/>
              <a:t>scientific law</a:t>
            </a:r>
            <a:r>
              <a:rPr lang="en-US" dirty="0"/>
              <a:t> is a uniform or constant fact of nature — meaning it is something that always happens the same way, without exception, everywhere in nature.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 law is considered to be </a:t>
            </a:r>
            <a:r>
              <a:rPr lang="en-US" b="1" dirty="0"/>
              <a:t>virtually an irrefutable theory</a:t>
            </a:r>
            <a:r>
              <a:rPr lang="en-US" dirty="0"/>
              <a:t> — this means a law is actually a theory that has been tested so many times, in so many situations, without a single exception, that scientists now consider it almost impossible to prove wrong (irrefutable = cannot be refuted/disproven).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9BC7DFB-2689-49A3-8F77-C0F9A93610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977116"/>
              </p:ext>
            </p:extLst>
          </p:nvPr>
        </p:nvGraphicFramePr>
        <p:xfrm>
          <a:off x="1046373" y="4529968"/>
          <a:ext cx="7786541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3271">
                  <a:extLst>
                    <a:ext uri="{9D8B030D-6E8A-4147-A177-3AD203B41FA5}">
                      <a16:colId xmlns:a16="http://schemas.microsoft.com/office/drawing/2014/main" val="874361315"/>
                    </a:ext>
                  </a:extLst>
                </a:gridCol>
                <a:gridCol w="3893270">
                  <a:extLst>
                    <a:ext uri="{9D8B030D-6E8A-4147-A177-3AD203B41FA5}">
                      <a16:colId xmlns:a16="http://schemas.microsoft.com/office/drawing/2014/main" val="53929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271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Explains </a:t>
                      </a:r>
                      <a:r>
                        <a:rPr lang="en-US" b="1" dirty="0"/>
                        <a:t>why</a:t>
                      </a:r>
                      <a:r>
                        <a:rPr lang="en-US" dirty="0"/>
                        <a:t> something happens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Describes </a:t>
                      </a:r>
                      <a:r>
                        <a:rPr lang="en-US" b="1" dirty="0"/>
                        <a:t>what</a:t>
                      </a:r>
                      <a:r>
                        <a:rPr lang="en-US" dirty="0"/>
                        <a:t> always happens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875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 well-tested explanation, based on 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uniform, constant fact of nature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753023"/>
                  </a:ext>
                </a:extLst>
              </a:tr>
              <a:tr h="523363">
                <a:tc>
                  <a:txBody>
                    <a:bodyPr/>
                    <a:lstStyle/>
                    <a:p>
                      <a:r>
                        <a:rPr lang="en-US" dirty="0"/>
                        <a:t>Can still be refined with new 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Virtually irrefutable — almost no exceptions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40579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626E680-89E0-4393-BD7C-EA1375157607}"/>
              </a:ext>
            </a:extLst>
          </p:cNvPr>
          <p:cNvSpPr txBox="1"/>
          <p:nvPr/>
        </p:nvSpPr>
        <p:spPr>
          <a:xfrm>
            <a:off x="1046373" y="4038777"/>
            <a:ext cx="47852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92D050"/>
                </a:solidFill>
              </a:rPr>
              <a:t>3.1: Difference between theory and law</a:t>
            </a:r>
          </a:p>
        </p:txBody>
      </p:sp>
    </p:spTree>
    <p:extLst>
      <p:ext uri="{BB962C8B-B14F-4D97-AF65-F5344CB8AC3E}">
        <p14:creationId xmlns:p14="http://schemas.microsoft.com/office/powerpoint/2010/main" val="1930366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B9AE04-3424-4DF7-8BE4-E18E2D2E07F2}"/>
              </a:ext>
            </a:extLst>
          </p:cNvPr>
          <p:cNvSpPr/>
          <p:nvPr/>
        </p:nvSpPr>
        <p:spPr>
          <a:xfrm>
            <a:off x="2127806" y="2432000"/>
            <a:ext cx="5786834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Jazak Allah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3D6746-4FA8-4314-9897-20A8C19045D8}"/>
              </a:ext>
            </a:extLst>
          </p:cNvPr>
          <p:cNvSpPr/>
          <p:nvPr/>
        </p:nvSpPr>
        <p:spPr>
          <a:xfrm>
            <a:off x="3268563" y="3493829"/>
            <a:ext cx="350531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Thanks For Watching</a:t>
            </a:r>
          </a:p>
        </p:txBody>
      </p:sp>
    </p:spTree>
    <p:extLst>
      <p:ext uri="{BB962C8B-B14F-4D97-AF65-F5344CB8AC3E}">
        <p14:creationId xmlns:p14="http://schemas.microsoft.com/office/powerpoint/2010/main" val="2529896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401</TotalTime>
  <Words>1133</Words>
  <Application>Microsoft Office PowerPoint</Application>
  <PresentationFormat>Widescreen</PresentationFormat>
  <Paragraphs>81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Shehzad</dc:creator>
  <cp:lastModifiedBy>Muhammad Shehzad</cp:lastModifiedBy>
  <cp:revision>35</cp:revision>
  <dcterms:created xsi:type="dcterms:W3CDTF">2026-08-28T18:11:34Z</dcterms:created>
  <dcterms:modified xsi:type="dcterms:W3CDTF">2026-08-31T16:44:25Z</dcterms:modified>
</cp:coreProperties>
</file>